
<file path=[Content_Types].xml><?xml version="1.0" encoding="utf-8"?>
<Types xmlns="http://schemas.openxmlformats.org/package/2006/content-types">
  <Default Extension="emf" ContentType="image/x-emf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72" r:id="rId1"/>
  </p:sldMasterIdLst>
  <p:notesMasterIdLst>
    <p:notesMasterId r:id="rId3"/>
  </p:notesMasterIdLst>
  <p:sldIdLst>
    <p:sldId id="256" r:id="rId2"/>
  </p:sldIdLst>
  <p:sldSz cx="109728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600"/>
    <p:restoredTop sz="94700"/>
  </p:normalViewPr>
  <p:slideViewPr>
    <p:cSldViewPr snapToGrid="0">
      <p:cViewPr>
        <p:scale>
          <a:sx n="68" d="100"/>
          <a:sy n="68" d="100"/>
        </p:scale>
        <p:origin x="1424" y="1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B7114D6-C459-214F-958A-C39AF2FDE318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960438" y="1143000"/>
            <a:ext cx="49371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416740C-E090-7D4D-B34F-DB15A74D122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4859935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416740C-E090-7D4D-B34F-DB15A74D1221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195183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371600" y="1122363"/>
            <a:ext cx="8229600" cy="2387600"/>
          </a:xfrm>
        </p:spPr>
        <p:txBody>
          <a:bodyPr anchor="b"/>
          <a:lstStyle>
            <a:lvl1pPr algn="ctr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602038"/>
            <a:ext cx="8229600" cy="1655762"/>
          </a:xfrm>
        </p:spPr>
        <p:txBody>
          <a:bodyPr/>
          <a:lstStyle>
            <a:lvl1pPr marL="0" indent="0" algn="ctr">
              <a:buNone/>
              <a:defRPr sz="2160"/>
            </a:lvl1pPr>
            <a:lvl2pPr marL="411480" indent="0" algn="ctr">
              <a:buNone/>
              <a:defRPr sz="1800"/>
            </a:lvl2pPr>
            <a:lvl3pPr marL="822960" indent="0" algn="ctr">
              <a:buNone/>
              <a:defRPr sz="1620"/>
            </a:lvl3pPr>
            <a:lvl4pPr marL="1234440" indent="0" algn="ctr">
              <a:buNone/>
              <a:defRPr sz="1440"/>
            </a:lvl4pPr>
            <a:lvl5pPr marL="1645920" indent="0" algn="ctr">
              <a:buNone/>
              <a:defRPr sz="1440"/>
            </a:lvl5pPr>
            <a:lvl6pPr marL="2057400" indent="0" algn="ctr">
              <a:buNone/>
              <a:defRPr sz="1440"/>
            </a:lvl6pPr>
            <a:lvl7pPr marL="2468880" indent="0" algn="ctr">
              <a:buNone/>
              <a:defRPr sz="1440"/>
            </a:lvl7pPr>
            <a:lvl8pPr marL="2880360" indent="0" algn="ctr">
              <a:buNone/>
              <a:defRPr sz="1440"/>
            </a:lvl8pPr>
            <a:lvl9pPr marL="3291840" indent="0" algn="ctr">
              <a:buNone/>
              <a:defRPr sz="144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5888860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419249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48665" y="1709738"/>
            <a:ext cx="9464040" cy="2852737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48665" y="4589464"/>
            <a:ext cx="9464040" cy="1500187"/>
          </a:xfrm>
        </p:spPr>
        <p:txBody>
          <a:bodyPr/>
          <a:lstStyle>
            <a:lvl1pPr marL="0" indent="0">
              <a:buNone/>
              <a:defRPr sz="2160">
                <a:solidFill>
                  <a:schemeClr val="tx1">
                    <a:tint val="82000"/>
                  </a:schemeClr>
                </a:solidFill>
              </a:defRPr>
            </a:lvl1pPr>
            <a:lvl2pPr marL="41148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2pPr>
            <a:lvl3pPr marL="822960" indent="0">
              <a:buNone/>
              <a:defRPr sz="1620">
                <a:solidFill>
                  <a:schemeClr val="tx1">
                    <a:tint val="82000"/>
                  </a:schemeClr>
                </a:solidFill>
              </a:defRPr>
            </a:lvl3pPr>
            <a:lvl4pPr marL="12344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4pPr>
            <a:lvl5pPr marL="164592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5pPr>
            <a:lvl6pPr marL="205740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6pPr>
            <a:lvl7pPr marL="246888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7pPr>
            <a:lvl8pPr marL="288036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8pPr>
            <a:lvl9pPr marL="3291840" indent="0">
              <a:buNone/>
              <a:defRPr sz="144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0221451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7543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554980" y="1825625"/>
            <a:ext cx="466344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2026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09" y="365126"/>
            <a:ext cx="946404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5810" y="1681163"/>
            <a:ext cx="4642008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55810" y="2505075"/>
            <a:ext cx="464200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554980" y="1681163"/>
            <a:ext cx="4664869" cy="823912"/>
          </a:xfrm>
        </p:spPr>
        <p:txBody>
          <a:bodyPr anchor="b"/>
          <a:lstStyle>
            <a:lvl1pPr marL="0" indent="0">
              <a:buNone/>
              <a:defRPr sz="2160" b="1"/>
            </a:lvl1pPr>
            <a:lvl2pPr marL="411480" indent="0">
              <a:buNone/>
              <a:defRPr sz="1800" b="1"/>
            </a:lvl2pPr>
            <a:lvl3pPr marL="822960" indent="0">
              <a:buNone/>
              <a:defRPr sz="1620" b="1"/>
            </a:lvl3pPr>
            <a:lvl4pPr marL="1234440" indent="0">
              <a:buNone/>
              <a:defRPr sz="1440" b="1"/>
            </a:lvl4pPr>
            <a:lvl5pPr marL="1645920" indent="0">
              <a:buNone/>
              <a:defRPr sz="1440" b="1"/>
            </a:lvl5pPr>
            <a:lvl6pPr marL="2057400" indent="0">
              <a:buNone/>
              <a:defRPr sz="1440" b="1"/>
            </a:lvl6pPr>
            <a:lvl7pPr marL="2468880" indent="0">
              <a:buNone/>
              <a:defRPr sz="1440" b="1"/>
            </a:lvl7pPr>
            <a:lvl8pPr marL="2880360" indent="0">
              <a:buNone/>
              <a:defRPr sz="1440" b="1"/>
            </a:lvl8pPr>
            <a:lvl9pPr marL="3291840" indent="0">
              <a:buNone/>
              <a:defRPr sz="144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554980" y="2505075"/>
            <a:ext cx="4664869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0511206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73418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407800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664869" y="987426"/>
            <a:ext cx="5554980" cy="4873625"/>
          </a:xfrm>
        </p:spPr>
        <p:txBody>
          <a:bodyPr/>
          <a:lstStyle>
            <a:lvl1pPr>
              <a:defRPr sz="2880"/>
            </a:lvl1pPr>
            <a:lvl2pPr>
              <a:defRPr sz="2520"/>
            </a:lvl2pPr>
            <a:lvl3pPr>
              <a:defRPr sz="216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9849167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55810" y="457200"/>
            <a:ext cx="3539013" cy="1600200"/>
          </a:xfrm>
        </p:spPr>
        <p:txBody>
          <a:bodyPr anchor="b"/>
          <a:lstStyle>
            <a:lvl1pPr>
              <a:defRPr sz="288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664869" y="987426"/>
            <a:ext cx="5554980" cy="4873625"/>
          </a:xfrm>
        </p:spPr>
        <p:txBody>
          <a:bodyPr anchor="t"/>
          <a:lstStyle>
            <a:lvl1pPr marL="0" indent="0">
              <a:buNone/>
              <a:defRPr sz="2880"/>
            </a:lvl1pPr>
            <a:lvl2pPr marL="411480" indent="0">
              <a:buNone/>
              <a:defRPr sz="2520"/>
            </a:lvl2pPr>
            <a:lvl3pPr marL="822960" indent="0">
              <a:buNone/>
              <a:defRPr sz="2160"/>
            </a:lvl3pPr>
            <a:lvl4pPr marL="1234440" indent="0">
              <a:buNone/>
              <a:defRPr sz="1800"/>
            </a:lvl4pPr>
            <a:lvl5pPr marL="1645920" indent="0">
              <a:buNone/>
              <a:defRPr sz="1800"/>
            </a:lvl5pPr>
            <a:lvl6pPr marL="2057400" indent="0">
              <a:buNone/>
              <a:defRPr sz="1800"/>
            </a:lvl6pPr>
            <a:lvl7pPr marL="2468880" indent="0">
              <a:buNone/>
              <a:defRPr sz="1800"/>
            </a:lvl7pPr>
            <a:lvl8pPr marL="2880360" indent="0">
              <a:buNone/>
              <a:defRPr sz="1800"/>
            </a:lvl8pPr>
            <a:lvl9pPr marL="3291840" indent="0">
              <a:buNone/>
              <a:defRPr sz="18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755810" y="2057400"/>
            <a:ext cx="3539013" cy="3811588"/>
          </a:xfrm>
        </p:spPr>
        <p:txBody>
          <a:bodyPr/>
          <a:lstStyle>
            <a:lvl1pPr marL="0" indent="0">
              <a:buNone/>
              <a:defRPr sz="1440"/>
            </a:lvl1pPr>
            <a:lvl2pPr marL="411480" indent="0">
              <a:buNone/>
              <a:defRPr sz="1260"/>
            </a:lvl2pPr>
            <a:lvl3pPr marL="822960" indent="0">
              <a:buNone/>
              <a:defRPr sz="1080"/>
            </a:lvl3pPr>
            <a:lvl4pPr marL="1234440" indent="0">
              <a:buNone/>
              <a:defRPr sz="900"/>
            </a:lvl4pPr>
            <a:lvl5pPr marL="1645920" indent="0">
              <a:buNone/>
              <a:defRPr sz="900"/>
            </a:lvl5pPr>
            <a:lvl6pPr marL="2057400" indent="0">
              <a:buNone/>
              <a:defRPr sz="900"/>
            </a:lvl6pPr>
            <a:lvl7pPr marL="2468880" indent="0">
              <a:buNone/>
              <a:defRPr sz="900"/>
            </a:lvl7pPr>
            <a:lvl8pPr marL="2880360" indent="0">
              <a:buNone/>
              <a:defRPr sz="900"/>
            </a:lvl8pPr>
            <a:lvl9pPr marL="329184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00337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044685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852410" y="365125"/>
            <a:ext cx="236601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754380" y="365125"/>
            <a:ext cx="696087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1845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754380" y="365126"/>
            <a:ext cx="946404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54380" y="1825625"/>
            <a:ext cx="946404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438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7587EF-7415-634B-92DF-8A9E71882A42}" type="datetimeFigureOut">
              <a:rPr lang="en-US" smtClean="0"/>
              <a:t>10/28/24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34740" y="6356351"/>
            <a:ext cx="370332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749540" y="6356351"/>
            <a:ext cx="246888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8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47D766B-9AE6-C743-9B97-71EFDE3674F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33366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3" r:id="rId1"/>
    <p:sldLayoutId id="2147483674" r:id="rId2"/>
    <p:sldLayoutId id="2147483675" r:id="rId3"/>
    <p:sldLayoutId id="2147483676" r:id="rId4"/>
    <p:sldLayoutId id="2147483677" r:id="rId5"/>
    <p:sldLayoutId id="2147483678" r:id="rId6"/>
    <p:sldLayoutId id="2147483679" r:id="rId7"/>
    <p:sldLayoutId id="2147483680" r:id="rId8"/>
    <p:sldLayoutId id="2147483681" r:id="rId9"/>
    <p:sldLayoutId id="2147483682" r:id="rId10"/>
    <p:sldLayoutId id="2147483683" r:id="rId11"/>
  </p:sldLayoutIdLst>
  <p:txStyles>
    <p:titleStyle>
      <a:lvl1pPr algn="l" defTabSz="822960" rtl="0" eaLnBrk="1" latinLnBrk="0" hangingPunct="1">
        <a:lnSpc>
          <a:spcPct val="90000"/>
        </a:lnSpc>
        <a:spcBef>
          <a:spcPct val="0"/>
        </a:spcBef>
        <a:buNone/>
        <a:defRPr sz="396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05740" indent="-205740" algn="l" defTabSz="822960" rtl="0" eaLnBrk="1" latinLnBrk="0" hangingPunct="1">
        <a:lnSpc>
          <a:spcPct val="90000"/>
        </a:lnSpc>
        <a:spcBef>
          <a:spcPts val="900"/>
        </a:spcBef>
        <a:buFont typeface="Arial" panose="020B0604020202020204" pitchFamily="34" charset="0"/>
        <a:buChar char="•"/>
        <a:defRPr sz="2520" kern="1200">
          <a:solidFill>
            <a:schemeClr val="tx1"/>
          </a:solidFill>
          <a:latin typeface="+mn-lt"/>
          <a:ea typeface="+mn-ea"/>
          <a:cs typeface="+mn-cs"/>
        </a:defRPr>
      </a:lvl1pPr>
      <a:lvl2pPr marL="6172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2160" kern="1200">
          <a:solidFill>
            <a:schemeClr val="tx1"/>
          </a:solidFill>
          <a:latin typeface="+mn-lt"/>
          <a:ea typeface="+mn-ea"/>
          <a:cs typeface="+mn-cs"/>
        </a:defRPr>
      </a:lvl2pPr>
      <a:lvl3pPr marL="10287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4401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85166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26314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67462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308610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497580" indent="-205740" algn="l" defTabSz="822960" rtl="0" eaLnBrk="1" latinLnBrk="0" hangingPunct="1">
        <a:lnSpc>
          <a:spcPct val="90000"/>
        </a:lnSpc>
        <a:spcBef>
          <a:spcPts val="450"/>
        </a:spcBef>
        <a:buFont typeface="Arial" panose="020B0604020202020204" pitchFamily="34" charset="0"/>
        <a:buChar char="•"/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1pPr>
      <a:lvl2pPr marL="4114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2pPr>
      <a:lvl3pPr marL="8229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3pPr>
      <a:lvl4pPr marL="12344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4pPr>
      <a:lvl5pPr marL="164592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5pPr>
      <a:lvl6pPr marL="205740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6pPr>
      <a:lvl7pPr marL="246888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7pPr>
      <a:lvl8pPr marL="288036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8pPr>
      <a:lvl9pPr marL="3291840" algn="l" defTabSz="822960" rtl="0" eaLnBrk="1" latinLnBrk="0" hangingPunct="1">
        <a:defRPr sz="162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emf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CA614B95-3C43-0280-CBF6-FA8E3855DD9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-403379"/>
            <a:ext cx="10972800" cy="7315200"/>
          </a:xfrm>
          <a:prstGeom prst="rect">
            <a:avLst/>
          </a:prstGeom>
        </p:spPr>
      </p:pic>
      <p:cxnSp>
        <p:nvCxnSpPr>
          <p:cNvPr id="19" name="Straight Arrow Connector 18">
            <a:extLst>
              <a:ext uri="{FF2B5EF4-FFF2-40B4-BE49-F238E27FC236}">
                <a16:creationId xmlns:a16="http://schemas.microsoft.com/office/drawing/2014/main" id="{244FB168-BD05-F597-C034-E29F602D06EC}"/>
              </a:ext>
            </a:extLst>
          </p:cNvPr>
          <p:cNvCxnSpPr>
            <a:cxnSpLocks/>
          </p:cNvCxnSpPr>
          <p:nvPr/>
        </p:nvCxnSpPr>
        <p:spPr>
          <a:xfrm rot="2580000">
            <a:off x="9422951" y="1420352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TextBox 19">
            <a:extLst>
              <a:ext uri="{FF2B5EF4-FFF2-40B4-BE49-F238E27FC236}">
                <a16:creationId xmlns:a16="http://schemas.microsoft.com/office/drawing/2014/main" id="{05C36E36-6425-5388-FC60-3EEB5B4C00E8}"/>
              </a:ext>
            </a:extLst>
          </p:cNvPr>
          <p:cNvSpPr txBox="1"/>
          <p:nvPr/>
        </p:nvSpPr>
        <p:spPr>
          <a:xfrm rot="2580000">
            <a:off x="8343175" y="1249242"/>
            <a:ext cx="2619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sz="20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detectable</a:t>
            </a:r>
          </a:p>
        </p:txBody>
      </p: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86E06697-0E25-CD32-7D13-513189FE7972}"/>
              </a:ext>
            </a:extLst>
          </p:cNvPr>
          <p:cNvCxnSpPr>
            <a:cxnSpLocks/>
          </p:cNvCxnSpPr>
          <p:nvPr/>
        </p:nvCxnSpPr>
        <p:spPr>
          <a:xfrm rot="2580000">
            <a:off x="8153140" y="1420353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3" name="TextBox 32">
            <a:extLst>
              <a:ext uri="{FF2B5EF4-FFF2-40B4-BE49-F238E27FC236}">
                <a16:creationId xmlns:a16="http://schemas.microsoft.com/office/drawing/2014/main" id="{2B9B430E-D8B6-CC05-1585-665E1ACA4245}"/>
              </a:ext>
            </a:extLst>
          </p:cNvPr>
          <p:cNvSpPr txBox="1"/>
          <p:nvPr/>
        </p:nvSpPr>
        <p:spPr>
          <a:xfrm rot="2580000">
            <a:off x="7073365" y="1236885"/>
            <a:ext cx="2619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sz="20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detectable</a:t>
            </a:r>
          </a:p>
        </p:txBody>
      </p:sp>
      <p:cxnSp>
        <p:nvCxnSpPr>
          <p:cNvPr id="34" name="Straight Arrow Connector 33">
            <a:extLst>
              <a:ext uri="{FF2B5EF4-FFF2-40B4-BE49-F238E27FC236}">
                <a16:creationId xmlns:a16="http://schemas.microsoft.com/office/drawing/2014/main" id="{9F801D0E-8F8D-CCED-D125-2374807F5445}"/>
              </a:ext>
            </a:extLst>
          </p:cNvPr>
          <p:cNvCxnSpPr>
            <a:cxnSpLocks/>
          </p:cNvCxnSpPr>
          <p:nvPr/>
        </p:nvCxnSpPr>
        <p:spPr>
          <a:xfrm rot="2580000">
            <a:off x="6894519" y="1423586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E42A5B5F-5D4E-1E29-E602-701E69C4BF54}"/>
              </a:ext>
            </a:extLst>
          </p:cNvPr>
          <p:cNvSpPr txBox="1"/>
          <p:nvPr/>
        </p:nvSpPr>
        <p:spPr>
          <a:xfrm rot="2580000">
            <a:off x="5797923" y="1236885"/>
            <a:ext cx="2619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sz="20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detectable</a:t>
            </a:r>
          </a:p>
        </p:txBody>
      </p:sp>
      <p:sp>
        <p:nvSpPr>
          <p:cNvPr id="37" name="TextBox 36">
            <a:extLst>
              <a:ext uri="{FF2B5EF4-FFF2-40B4-BE49-F238E27FC236}">
                <a16:creationId xmlns:a16="http://schemas.microsoft.com/office/drawing/2014/main" id="{5DB92AD3-9C94-2DE9-8B1C-C670ABE059C5}"/>
              </a:ext>
            </a:extLst>
          </p:cNvPr>
          <p:cNvSpPr txBox="1"/>
          <p:nvPr/>
        </p:nvSpPr>
        <p:spPr>
          <a:xfrm rot="2580000">
            <a:off x="4499440" y="1267547"/>
            <a:ext cx="2619628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2000" b="1" i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Gaia </a:t>
            </a:r>
            <a:r>
              <a:rPr lang="en-US" sz="2000" b="1" dirty="0">
                <a:latin typeface="CMU SERIF ROMAN" panose="02000603000000000000" pitchFamily="2" charset="0"/>
                <a:ea typeface="CMU SERIF ROMAN" panose="02000603000000000000" pitchFamily="2" charset="0"/>
                <a:cs typeface="CMU SERIF ROMAN" panose="02000603000000000000" pitchFamily="2" charset="0"/>
              </a:rPr>
              <a:t>DR4 detectable</a:t>
            </a:r>
          </a:p>
        </p:txBody>
      </p: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9B2E734F-730F-131F-ACBB-BFA450320D37}"/>
              </a:ext>
            </a:extLst>
          </p:cNvPr>
          <p:cNvCxnSpPr>
            <a:cxnSpLocks/>
          </p:cNvCxnSpPr>
          <p:nvPr/>
        </p:nvCxnSpPr>
        <p:spPr>
          <a:xfrm rot="2580000">
            <a:off x="5534644" y="1420519"/>
            <a:ext cx="0" cy="274320"/>
          </a:xfrm>
          <a:prstGeom prst="straightConnector1">
            <a:avLst/>
          </a:prstGeom>
          <a:ln w="38100">
            <a:solidFill>
              <a:schemeClr val="tx1"/>
            </a:solidFill>
            <a:tailEnd type="arrow" w="lg" len="med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8802345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 Them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Them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27</TotalTime>
  <Words>13</Words>
  <Application>Microsoft Macintosh PowerPoint</Application>
  <PresentationFormat>Custom</PresentationFormat>
  <Paragraphs>5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Aptos</vt:lpstr>
      <vt:lpstr>Aptos Display</vt:lpstr>
      <vt:lpstr>Arial</vt:lpstr>
      <vt:lpstr>CMU SERIF ROMAN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Daniel Yahalomi</dc:creator>
  <cp:lastModifiedBy>Daniel Yahalomi</cp:lastModifiedBy>
  <cp:revision>6</cp:revision>
  <dcterms:created xsi:type="dcterms:W3CDTF">2024-10-04T07:35:43Z</dcterms:created>
  <dcterms:modified xsi:type="dcterms:W3CDTF">2024-10-28T22:27:43Z</dcterms:modified>
</cp:coreProperties>
</file>