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7"/>
    <p:restoredTop sz="94630"/>
  </p:normalViewPr>
  <p:slideViewPr>
    <p:cSldViewPr snapToGrid="0">
      <p:cViewPr varScale="1">
        <p:scale>
          <a:sx n="94" d="100"/>
          <a:sy n="94" d="100"/>
        </p:scale>
        <p:origin x="216" y="6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6C2432-7BDB-6A48-A15F-0EE527D86F28}" type="datetimeFigureOut">
              <a:rPr lang="en-US" smtClean="0"/>
              <a:t>10/24/24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F5B845-79EE-A342-999B-2951E96073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1435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F5B845-79EE-A342-999B-2951E960731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0312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5E1C7-C37B-87C3-FDA7-C00FC8A694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7BCCD9-8138-FEA1-7866-0423D4F37E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605D37-A364-B0C4-669B-C0F9B2458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1CAF5-7B9F-1F44-8015-037C5A688A28}" type="datetimeFigureOut">
              <a:rPr lang="en-US" smtClean="0"/>
              <a:t>10/24/24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8A50B2-ECB2-3EDC-332B-C3937C425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44E201-D22E-1885-4B1A-35E214B29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40586-D68D-CC47-B9DA-E7771F3007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0480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6509A-8DA5-3E4B-1DEC-BBAB218D1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3AF386-DF6A-6D8B-BB52-97BB35A389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1CC4D5-47B7-3CAF-6FF3-C3E068D8A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1CAF5-7B9F-1F44-8015-037C5A688A28}" type="datetimeFigureOut">
              <a:rPr lang="en-US" smtClean="0"/>
              <a:t>10/24/24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DED2F9-43FC-6169-B3E6-65AB7E53F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59828-6341-5520-9EC2-A5131F8AD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40586-D68D-CC47-B9DA-E7771F3007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9746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4C36B-E6E5-B883-8379-3C505AD52D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35EEB5-75F3-E9BC-C6CE-5958110177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70EFFC-2B8B-CEFD-7DE6-E7F3818E8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1CAF5-7B9F-1F44-8015-037C5A688A28}" type="datetimeFigureOut">
              <a:rPr lang="en-US" smtClean="0"/>
              <a:t>10/24/24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AAE8B8-03B1-8F67-C98E-E5D6A0491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6CAFDF-22E2-90C2-C2F7-85F4D594D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40586-D68D-CC47-B9DA-E7771F3007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705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E2278-9EA1-3767-F6CA-87D3484FF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88CA04-0B0E-6D5E-150A-B89113F5B9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EA7C2B-C626-4B2A-A535-1429B8EC81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C9B6E0-F830-66EA-336F-5BDA6639D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1CAF5-7B9F-1F44-8015-037C5A688A28}" type="datetimeFigureOut">
              <a:rPr lang="en-US" smtClean="0"/>
              <a:t>10/24/24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AC2C68-57D1-AB44-9277-8E4C21DF3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7AD249-6534-E338-572A-0B6AE0B72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40586-D68D-CC47-B9DA-E7771F3007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170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80322-89DA-5B26-AE2D-139BE35494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DB9C02-705F-F11A-DFB3-5407BF620B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89BA99-F152-A530-CC91-7FE0D780E9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D3886A-085A-39B5-D837-71CA3BE7BF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403CD6-099F-ADE9-8652-8451A01B16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A8036B-B0DE-3415-832D-9E3887829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1CAF5-7B9F-1F44-8015-037C5A688A28}" type="datetimeFigureOut">
              <a:rPr lang="en-US" smtClean="0"/>
              <a:t>10/24/24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0817C4-4AEE-767F-5EE6-D1076CC78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057543-E70F-C260-15B0-A2810E3B0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40586-D68D-CC47-B9DA-E7771F3007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4569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79CC1-7784-45D5-569C-6621952F3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AA30C7-6FA8-28AD-6C01-39654117E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1CAF5-7B9F-1F44-8015-037C5A688A28}" type="datetimeFigureOut">
              <a:rPr lang="en-US" smtClean="0"/>
              <a:t>10/24/24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92CB5B-3487-F371-834B-C602D9EE1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7ED5C6-1E41-E1C3-7CAD-5E949A3C4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40586-D68D-CC47-B9DA-E7771F3007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642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BAFFEA-A3DE-63E7-5429-C9D50FA47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1CAF5-7B9F-1F44-8015-037C5A688A28}" type="datetimeFigureOut">
              <a:rPr lang="en-US" smtClean="0"/>
              <a:t>10/24/24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2185CE-823E-D3AD-510A-4B013458D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3D0998-3994-A0AB-E149-B471A3339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40586-D68D-CC47-B9DA-E7771F3007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9980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E0DB0-68FA-E864-FDA5-37D7F60C8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F1EF07-4E40-FED5-EAE7-1920E80EB6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24A360-BCDD-C642-1021-60BB263B89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C44A04-A506-EEAB-7828-97D9184C5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1CAF5-7B9F-1F44-8015-037C5A688A28}" type="datetimeFigureOut">
              <a:rPr lang="en-US" smtClean="0"/>
              <a:t>10/24/24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4899D8-7C71-2C2E-803D-82B8E6916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2EE1EE-9E5C-68E6-71F3-BA34DC7CD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40586-D68D-CC47-B9DA-E7771F3007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7974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62198-928E-688A-3F36-937EB833F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2BF5E8-4D90-3151-81F4-2E1BCC85C1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2A8868-3F9B-B599-B6A1-0B09D5C960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71733B-58A0-12B3-AE10-11ADB2C20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1CAF5-7B9F-1F44-8015-037C5A688A28}" type="datetimeFigureOut">
              <a:rPr lang="en-US" smtClean="0"/>
              <a:t>10/24/24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A6B5CB-1014-1770-AB58-AF9F4038C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9099A9-7BBB-3180-B0B3-4C85B7FAE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40586-D68D-CC47-B9DA-E7771F3007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3892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ADC4E-78DD-B4B2-E495-397AD0928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F68534-B912-0FD5-DB37-1A2F0485A1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403AF2-303B-DADB-FE2C-42E9A49F1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1CAF5-7B9F-1F44-8015-037C5A688A28}" type="datetimeFigureOut">
              <a:rPr lang="en-US" smtClean="0"/>
              <a:t>10/24/24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22871C-D38D-00F4-10BD-E730CC1CB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FD9C58-A80C-9BDF-011C-B39FD44B5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40586-D68D-CC47-B9DA-E7771F3007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3070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A4AADD-3DF0-6566-44EC-1C56D9C63E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C91AF3-CCB9-8DA6-B14D-EEDF767FBB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C4461C-B30E-AF96-E6F9-5BBDAD050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1CAF5-7B9F-1F44-8015-037C5A688A28}" type="datetimeFigureOut">
              <a:rPr lang="en-US" smtClean="0"/>
              <a:t>10/24/24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2E1F3F-0994-C600-00EE-BF9F9A8CC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F1446D-4369-AA01-2E21-E183AD5FA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40586-D68D-CC47-B9DA-E7771F3007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3277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67912B-9557-90D2-57CD-8FF0CB5DB2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A2AA97-511F-7323-DF7C-88808FA6E7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9AF630-674C-FF4C-36F6-85BD4969A4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21CAF5-7B9F-1F44-8015-037C5A688A28}" type="datetimeFigureOut">
              <a:rPr lang="en-US" smtClean="0"/>
              <a:t>10/24/24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D0B256-B69A-2760-709D-9EC4816307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BEA003-5FB5-E741-AC41-52FE3C612F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640586-D68D-CC47-B9DA-E7771F3007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238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1DA61D2-8E0F-DA2A-EC37-50B631F0C4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440" y="184666"/>
            <a:ext cx="11247120" cy="674827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928AB83-A8CD-C07F-268C-E0F87810DB06}"/>
              </a:ext>
            </a:extLst>
          </p:cNvPr>
          <p:cNvSpPr txBox="1"/>
          <p:nvPr/>
        </p:nvSpPr>
        <p:spPr>
          <a:xfrm>
            <a:off x="4288480" y="586333"/>
            <a:ext cx="24978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i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Gaia</a:t>
            </a:r>
            <a:r>
              <a:rPr lang="en-US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DR4 recoverable</a:t>
            </a:r>
          </a:p>
          <a:p>
            <a:pPr algn="ctr"/>
            <a:r>
              <a:rPr lang="en-US" b="1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dist</a:t>
            </a:r>
            <a:r>
              <a:rPr lang="en-US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</a:t>
            </a:r>
            <a:r>
              <a:rPr lang="en-US" b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= 150 </a:t>
            </a:r>
            <a:r>
              <a:rPr lang="en-US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pc</a:t>
            </a:r>
            <a:endParaRPr lang="en-US" b="1" dirty="0"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1E03E7-C76D-0C65-1FF0-2B783A667F6B}"/>
              </a:ext>
            </a:extLst>
          </p:cNvPr>
          <p:cNvSpPr txBox="1"/>
          <p:nvPr/>
        </p:nvSpPr>
        <p:spPr>
          <a:xfrm rot="1080000">
            <a:off x="2086906" y="247908"/>
            <a:ext cx="1489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M</a:t>
            </a:r>
            <a:r>
              <a:rPr lang="en-US" b="1" baseline="-250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star</a:t>
            </a:r>
            <a:r>
              <a:rPr lang="en-US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= </a:t>
            </a:r>
            <a:r>
              <a:rPr lang="en-US" b="1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M</a:t>
            </a:r>
            <a:r>
              <a:rPr lang="en-US" b="1" baseline="-250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Sun</a:t>
            </a:r>
            <a:endParaRPr lang="en-US" b="1" dirty="0"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2B6212-B4C0-0618-1BDB-B8979A7CBB49}"/>
              </a:ext>
            </a:extLst>
          </p:cNvPr>
          <p:cNvSpPr txBox="1"/>
          <p:nvPr/>
        </p:nvSpPr>
        <p:spPr>
          <a:xfrm rot="1080000">
            <a:off x="1920216" y="790720"/>
            <a:ext cx="18501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M</a:t>
            </a:r>
            <a:r>
              <a:rPr lang="en-US" b="1" baseline="-250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star</a:t>
            </a:r>
            <a:r>
              <a:rPr lang="en-US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= </a:t>
            </a:r>
            <a:r>
              <a:rPr lang="en-US" b="1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M</a:t>
            </a:r>
            <a:r>
              <a:rPr lang="en-US" b="1" baseline="-250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Sun</a:t>
            </a:r>
            <a:r>
              <a:rPr lang="en-US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/10</a:t>
            </a:r>
            <a:endParaRPr lang="en-US" b="1" dirty="0"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4C61C2-F3D1-C59A-63BC-70DD5B6C2F32}"/>
              </a:ext>
            </a:extLst>
          </p:cNvPr>
          <p:cNvSpPr txBox="1"/>
          <p:nvPr/>
        </p:nvSpPr>
        <p:spPr>
          <a:xfrm>
            <a:off x="6329870" y="0"/>
            <a:ext cx="34147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i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Gaia </a:t>
            </a:r>
            <a:r>
              <a:rPr lang="en-US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DR4 baseline = 5.5 years</a:t>
            </a:r>
          </a:p>
        </p:txBody>
      </p:sp>
    </p:spTree>
    <p:extLst>
      <p:ext uri="{BB962C8B-B14F-4D97-AF65-F5344CB8AC3E}">
        <p14:creationId xmlns:p14="http://schemas.microsoft.com/office/powerpoint/2010/main" val="35291419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917</TotalTime>
  <Words>22</Words>
  <Application>Microsoft Macintosh PowerPoint</Application>
  <PresentationFormat>Widescreen</PresentationFormat>
  <Paragraphs>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CMU Serif Roman</vt:lpstr>
      <vt:lpstr>CMU Serif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Yahalomi</dc:creator>
  <cp:lastModifiedBy>Daniel Yahalomi</cp:lastModifiedBy>
  <cp:revision>4</cp:revision>
  <dcterms:created xsi:type="dcterms:W3CDTF">2024-10-23T21:13:50Z</dcterms:created>
  <dcterms:modified xsi:type="dcterms:W3CDTF">2024-10-24T13:36:27Z</dcterms:modified>
</cp:coreProperties>
</file>