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7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78"/>
  </p:normalViewPr>
  <p:slideViewPr>
    <p:cSldViewPr snapToGrid="0">
      <p:cViewPr varScale="1">
        <p:scale>
          <a:sx n="93" d="100"/>
          <a:sy n="93" d="100"/>
        </p:scale>
        <p:origin x="208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747C50-CDD4-004A-8303-C34A6D66E23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399C99-61BB-0244-BC2C-F666E8E29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870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F5B845-79EE-A342-999B-2951E960731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031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031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15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633" y="1709738"/>
            <a:ext cx="10512862" cy="2852737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633" y="4589464"/>
            <a:ext cx="10512862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82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82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82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424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798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59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110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69" y="365126"/>
            <a:ext cx="105128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570" y="1681163"/>
            <a:ext cx="5156444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570" y="2505075"/>
            <a:ext cx="515644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0593" y="1681163"/>
            <a:ext cx="518183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593" y="2505075"/>
            <a:ext cx="518183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087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897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120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67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1838" y="987426"/>
            <a:ext cx="6170593" cy="4873625"/>
          </a:xfrm>
        </p:spPr>
        <p:txBody>
          <a:bodyPr anchor="t"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26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391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2628" y="365125"/>
            <a:ext cx="262821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7982" y="365125"/>
            <a:ext cx="773228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479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708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17E2E2E3-8D2B-46E1-ACBD-BABAB25BA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" y="82296"/>
            <a:ext cx="11887200" cy="66865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28AB83-A8CD-C07F-268C-E0F87810DB06}"/>
              </a:ext>
            </a:extLst>
          </p:cNvPr>
          <p:cNvSpPr txBox="1"/>
          <p:nvPr/>
        </p:nvSpPr>
        <p:spPr>
          <a:xfrm rot="180000">
            <a:off x="5429021" y="3271460"/>
            <a:ext cx="2643672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700" b="1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Gaia</a:t>
            </a:r>
            <a:r>
              <a:rPr lang="en-US" sz="27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detectable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1E03E7-C76D-0C65-1FF0-2B783A667F6B}"/>
              </a:ext>
            </a:extLst>
          </p:cNvPr>
          <p:cNvSpPr txBox="1"/>
          <p:nvPr/>
        </p:nvSpPr>
        <p:spPr>
          <a:xfrm rot="60000">
            <a:off x="9492605" y="3059403"/>
            <a:ext cx="1489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</a:t>
            </a:r>
            <a:r>
              <a:rPr lang="en-US" b="1" baseline="-250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star</a:t>
            </a:r>
            <a:r>
              <a:rPr lang="en-US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= </a:t>
            </a:r>
            <a:r>
              <a:rPr lang="en-US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</a:t>
            </a:r>
            <a:r>
              <a:rPr lang="en-US" b="1" baseline="-250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Sun</a:t>
            </a:r>
            <a:endParaRPr lang="en-US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2B6212-B4C0-0618-1BDB-B8979A7CBB49}"/>
              </a:ext>
            </a:extLst>
          </p:cNvPr>
          <p:cNvSpPr txBox="1"/>
          <p:nvPr/>
        </p:nvSpPr>
        <p:spPr>
          <a:xfrm rot="120000">
            <a:off x="9312266" y="3648282"/>
            <a:ext cx="1850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</a:t>
            </a:r>
            <a:r>
              <a:rPr lang="en-US" b="1" baseline="-250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star</a:t>
            </a:r>
            <a:r>
              <a:rPr lang="en-US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= </a:t>
            </a:r>
            <a:r>
              <a:rPr lang="en-US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</a:t>
            </a:r>
            <a:r>
              <a:rPr lang="en-US" b="1" baseline="-250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Sun</a:t>
            </a:r>
            <a:r>
              <a:rPr lang="en-US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/10</a:t>
            </a:r>
            <a:endParaRPr lang="en-US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360C25-D132-8A28-ECA5-8AD7B45E6DAA}"/>
              </a:ext>
            </a:extLst>
          </p:cNvPr>
          <p:cNvSpPr txBox="1"/>
          <p:nvPr/>
        </p:nvSpPr>
        <p:spPr>
          <a:xfrm>
            <a:off x="7652013" y="309472"/>
            <a:ext cx="3606079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3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stellar distance = 10 pc</a:t>
            </a:r>
            <a:endParaRPr lang="en-US" sz="2300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9CFF232-E18F-6D99-3224-92138058C2A9}"/>
              </a:ext>
            </a:extLst>
          </p:cNvPr>
          <p:cNvCxnSpPr>
            <a:cxnSpLocks/>
          </p:cNvCxnSpPr>
          <p:nvPr/>
        </p:nvCxnSpPr>
        <p:spPr>
          <a:xfrm flipV="1">
            <a:off x="8107763" y="2941547"/>
            <a:ext cx="0" cy="524503"/>
          </a:xfrm>
          <a:prstGeom prst="straightConnector1">
            <a:avLst/>
          </a:prstGeom>
          <a:ln w="47625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771BE8C-E414-8127-19A7-B0F280DB208B}"/>
              </a:ext>
            </a:extLst>
          </p:cNvPr>
          <p:cNvCxnSpPr>
            <a:cxnSpLocks/>
          </p:cNvCxnSpPr>
          <p:nvPr/>
        </p:nvCxnSpPr>
        <p:spPr>
          <a:xfrm flipV="1">
            <a:off x="7617426" y="2923619"/>
            <a:ext cx="0" cy="524503"/>
          </a:xfrm>
          <a:prstGeom prst="straightConnector1">
            <a:avLst/>
          </a:prstGeom>
          <a:ln w="47625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C6C7D45-FFE1-F3C1-4626-102E8E39E05F}"/>
              </a:ext>
            </a:extLst>
          </p:cNvPr>
          <p:cNvCxnSpPr>
            <a:cxnSpLocks/>
          </p:cNvCxnSpPr>
          <p:nvPr/>
        </p:nvCxnSpPr>
        <p:spPr>
          <a:xfrm flipV="1">
            <a:off x="7101086" y="2898439"/>
            <a:ext cx="0" cy="524503"/>
          </a:xfrm>
          <a:prstGeom prst="straightConnector1">
            <a:avLst/>
          </a:prstGeom>
          <a:ln w="47625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50DC79D-D1CF-300E-B84D-277096ED63B4}"/>
              </a:ext>
            </a:extLst>
          </p:cNvPr>
          <p:cNvCxnSpPr>
            <a:cxnSpLocks/>
          </p:cNvCxnSpPr>
          <p:nvPr/>
        </p:nvCxnSpPr>
        <p:spPr>
          <a:xfrm flipV="1">
            <a:off x="6574721" y="2845138"/>
            <a:ext cx="0" cy="524503"/>
          </a:xfrm>
          <a:prstGeom prst="straightConnector1">
            <a:avLst/>
          </a:prstGeom>
          <a:ln w="47625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5FA5604-3A3B-1FB7-AE4F-A884664D29FD}"/>
              </a:ext>
            </a:extLst>
          </p:cNvPr>
          <p:cNvCxnSpPr>
            <a:cxnSpLocks/>
          </p:cNvCxnSpPr>
          <p:nvPr/>
        </p:nvCxnSpPr>
        <p:spPr>
          <a:xfrm flipV="1">
            <a:off x="6009265" y="2795185"/>
            <a:ext cx="0" cy="524503"/>
          </a:xfrm>
          <a:prstGeom prst="straightConnector1">
            <a:avLst/>
          </a:prstGeom>
          <a:ln w="47625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5199600-DC89-C574-A8AD-0758390B56FF}"/>
              </a:ext>
            </a:extLst>
          </p:cNvPr>
          <p:cNvCxnSpPr>
            <a:cxnSpLocks/>
          </p:cNvCxnSpPr>
          <p:nvPr/>
        </p:nvCxnSpPr>
        <p:spPr>
          <a:xfrm flipV="1">
            <a:off x="5436060" y="2760864"/>
            <a:ext cx="0" cy="524503"/>
          </a:xfrm>
          <a:prstGeom prst="straightConnector1">
            <a:avLst/>
          </a:prstGeom>
          <a:ln w="47625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43186B7B-A3B4-867C-9CDC-F085A1250ACF}"/>
              </a:ext>
            </a:extLst>
          </p:cNvPr>
          <p:cNvCxnSpPr>
            <a:cxnSpLocks/>
          </p:cNvCxnSpPr>
          <p:nvPr/>
        </p:nvCxnSpPr>
        <p:spPr>
          <a:xfrm flipV="1">
            <a:off x="8476496" y="3108218"/>
            <a:ext cx="0" cy="797118"/>
          </a:xfrm>
          <a:prstGeom prst="straightConnector1">
            <a:avLst/>
          </a:prstGeom>
          <a:ln w="47625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87AB2A7-5626-ECF2-6AE8-24745D2551AB}"/>
              </a:ext>
            </a:extLst>
          </p:cNvPr>
          <p:cNvCxnSpPr>
            <a:cxnSpLocks/>
          </p:cNvCxnSpPr>
          <p:nvPr/>
        </p:nvCxnSpPr>
        <p:spPr>
          <a:xfrm flipV="1">
            <a:off x="5078675" y="2968706"/>
            <a:ext cx="0" cy="797118"/>
          </a:xfrm>
          <a:prstGeom prst="straightConnector1">
            <a:avLst/>
          </a:prstGeom>
          <a:ln w="47625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BEA3AA5-5E71-288F-2667-34E4B2A1E6D3}"/>
              </a:ext>
            </a:extLst>
          </p:cNvPr>
          <p:cNvSpPr txBox="1"/>
          <p:nvPr/>
        </p:nvSpPr>
        <p:spPr>
          <a:xfrm rot="180000">
            <a:off x="5205201" y="4813078"/>
            <a:ext cx="3017172" cy="5078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700" b="1" i="1" dirty="0">
                <a:solidFill>
                  <a:srgbClr val="C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Roman</a:t>
            </a:r>
            <a:r>
              <a:rPr lang="en-US" sz="2700" b="1" dirty="0">
                <a:solidFill>
                  <a:srgbClr val="C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detectable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10B092-3714-C2C8-9E9C-AA4B74A8E6C7}"/>
              </a:ext>
            </a:extLst>
          </p:cNvPr>
          <p:cNvSpPr txBox="1"/>
          <p:nvPr/>
        </p:nvSpPr>
        <p:spPr>
          <a:xfrm rot="60000">
            <a:off x="9570568" y="4141504"/>
            <a:ext cx="148951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</a:t>
            </a:r>
            <a:r>
              <a:rPr lang="en-US" b="1" baseline="-25000" dirty="0" err="1">
                <a:solidFill>
                  <a:srgbClr val="C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star</a:t>
            </a:r>
            <a:r>
              <a:rPr lang="en-US" b="1" dirty="0">
                <a:solidFill>
                  <a:srgbClr val="C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= </a:t>
            </a:r>
            <a:r>
              <a:rPr lang="en-US" b="1" dirty="0" err="1">
                <a:solidFill>
                  <a:srgbClr val="C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</a:t>
            </a:r>
            <a:r>
              <a:rPr lang="en-US" b="1" baseline="-25000" dirty="0" err="1">
                <a:solidFill>
                  <a:srgbClr val="C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Sun</a:t>
            </a:r>
            <a:endParaRPr lang="en-US" b="1" dirty="0">
              <a:solidFill>
                <a:srgbClr val="C00000"/>
              </a:solidFill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9B9CA8-0E53-2CFD-CE6F-27FDC9CBAF4E}"/>
              </a:ext>
            </a:extLst>
          </p:cNvPr>
          <p:cNvSpPr txBox="1"/>
          <p:nvPr/>
        </p:nvSpPr>
        <p:spPr>
          <a:xfrm rot="120000">
            <a:off x="9390231" y="4609793"/>
            <a:ext cx="18501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</a:t>
            </a:r>
            <a:r>
              <a:rPr lang="en-US" b="1" baseline="-25000" dirty="0" err="1">
                <a:solidFill>
                  <a:srgbClr val="C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star</a:t>
            </a:r>
            <a:r>
              <a:rPr lang="en-US" b="1" dirty="0">
                <a:solidFill>
                  <a:srgbClr val="C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= </a:t>
            </a:r>
            <a:r>
              <a:rPr lang="en-US" b="1" dirty="0" err="1">
                <a:solidFill>
                  <a:srgbClr val="C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</a:t>
            </a:r>
            <a:r>
              <a:rPr lang="en-US" b="1" baseline="-25000" dirty="0" err="1">
                <a:solidFill>
                  <a:srgbClr val="C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Sun</a:t>
            </a:r>
            <a:r>
              <a:rPr lang="en-US" b="1" dirty="0">
                <a:solidFill>
                  <a:srgbClr val="C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/10</a:t>
            </a:r>
            <a:endParaRPr lang="en-US" b="1" dirty="0">
              <a:solidFill>
                <a:srgbClr val="C00000"/>
              </a:solidFill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06342EF-84F2-175B-0229-3B940AB6D44D}"/>
              </a:ext>
            </a:extLst>
          </p:cNvPr>
          <p:cNvCxnSpPr>
            <a:cxnSpLocks/>
          </p:cNvCxnSpPr>
          <p:nvPr/>
        </p:nvCxnSpPr>
        <p:spPr>
          <a:xfrm flipV="1">
            <a:off x="7934769" y="4339023"/>
            <a:ext cx="0" cy="524503"/>
          </a:xfrm>
          <a:prstGeom prst="straightConnector1">
            <a:avLst/>
          </a:prstGeom>
          <a:ln w="47625">
            <a:solidFill>
              <a:srgbClr val="C0000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9D5662F-1965-3F37-F2FB-5EDC96A97455}"/>
              </a:ext>
            </a:extLst>
          </p:cNvPr>
          <p:cNvCxnSpPr>
            <a:cxnSpLocks/>
          </p:cNvCxnSpPr>
          <p:nvPr/>
        </p:nvCxnSpPr>
        <p:spPr>
          <a:xfrm flipV="1">
            <a:off x="7395005" y="4308738"/>
            <a:ext cx="0" cy="524503"/>
          </a:xfrm>
          <a:prstGeom prst="straightConnector1">
            <a:avLst/>
          </a:prstGeom>
          <a:ln w="47625">
            <a:solidFill>
              <a:srgbClr val="C0000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94D3DC7-5C98-7131-A948-1C0A55792B78}"/>
              </a:ext>
            </a:extLst>
          </p:cNvPr>
          <p:cNvCxnSpPr>
            <a:cxnSpLocks/>
          </p:cNvCxnSpPr>
          <p:nvPr/>
        </p:nvCxnSpPr>
        <p:spPr>
          <a:xfrm flipV="1">
            <a:off x="6878665" y="4273802"/>
            <a:ext cx="0" cy="524503"/>
          </a:xfrm>
          <a:prstGeom prst="straightConnector1">
            <a:avLst/>
          </a:prstGeom>
          <a:ln w="47625">
            <a:solidFill>
              <a:srgbClr val="C0000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4367A41-39B4-DDB7-DEDE-84F1487E0CE3}"/>
              </a:ext>
            </a:extLst>
          </p:cNvPr>
          <p:cNvCxnSpPr>
            <a:cxnSpLocks/>
          </p:cNvCxnSpPr>
          <p:nvPr/>
        </p:nvCxnSpPr>
        <p:spPr>
          <a:xfrm flipV="1">
            <a:off x="6315229" y="4243032"/>
            <a:ext cx="0" cy="524503"/>
          </a:xfrm>
          <a:prstGeom prst="straightConnector1">
            <a:avLst/>
          </a:prstGeom>
          <a:ln w="47625">
            <a:solidFill>
              <a:srgbClr val="C0000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C4AB84B-AED4-B730-1E82-85832768387F}"/>
              </a:ext>
            </a:extLst>
          </p:cNvPr>
          <p:cNvCxnSpPr>
            <a:cxnSpLocks/>
          </p:cNvCxnSpPr>
          <p:nvPr/>
        </p:nvCxnSpPr>
        <p:spPr>
          <a:xfrm flipV="1">
            <a:off x="5762130" y="4211683"/>
            <a:ext cx="0" cy="524503"/>
          </a:xfrm>
          <a:prstGeom prst="straightConnector1">
            <a:avLst/>
          </a:prstGeom>
          <a:ln w="47625">
            <a:solidFill>
              <a:srgbClr val="C0000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9106EB7-C3BD-8DCF-D25A-108A977ECD07}"/>
              </a:ext>
            </a:extLst>
          </p:cNvPr>
          <p:cNvSpPr txBox="1"/>
          <p:nvPr/>
        </p:nvSpPr>
        <p:spPr>
          <a:xfrm rot="180000">
            <a:off x="5350512" y="5172773"/>
            <a:ext cx="2749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assuming 10 observations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202AFF-0D47-6D14-E7A2-E320B6826EB4}"/>
              </a:ext>
            </a:extLst>
          </p:cNvPr>
          <p:cNvSpPr txBox="1"/>
          <p:nvPr/>
        </p:nvSpPr>
        <p:spPr>
          <a:xfrm rot="180000">
            <a:off x="5217717" y="3559666"/>
            <a:ext cx="2864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assuming 138 observations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98FEEC1-256A-BC05-B573-79533F396024}"/>
              </a:ext>
            </a:extLst>
          </p:cNvPr>
          <p:cNvCxnSpPr>
            <a:cxnSpLocks/>
          </p:cNvCxnSpPr>
          <p:nvPr/>
        </p:nvCxnSpPr>
        <p:spPr>
          <a:xfrm flipV="1">
            <a:off x="5332453" y="4187657"/>
            <a:ext cx="0" cy="524503"/>
          </a:xfrm>
          <a:prstGeom prst="straightConnector1">
            <a:avLst/>
          </a:prstGeom>
          <a:ln w="47625">
            <a:solidFill>
              <a:srgbClr val="C0000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11076E8-722A-A965-689F-8378552419CB}"/>
              </a:ext>
            </a:extLst>
          </p:cNvPr>
          <p:cNvCxnSpPr>
            <a:cxnSpLocks/>
          </p:cNvCxnSpPr>
          <p:nvPr/>
        </p:nvCxnSpPr>
        <p:spPr>
          <a:xfrm flipV="1">
            <a:off x="8339264" y="4362886"/>
            <a:ext cx="0" cy="524503"/>
          </a:xfrm>
          <a:prstGeom prst="straightConnector1">
            <a:avLst/>
          </a:prstGeom>
          <a:ln w="47625">
            <a:solidFill>
              <a:srgbClr val="C0000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141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</TotalTime>
  <Words>32</Words>
  <Application>Microsoft Macintosh PowerPoint</Application>
  <PresentationFormat>Custom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CMU Serif Roman</vt:lpstr>
      <vt:lpstr>CMU Serif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Yahalomi</dc:creator>
  <cp:lastModifiedBy>Daniel Yahalomi</cp:lastModifiedBy>
  <cp:revision>20</cp:revision>
  <dcterms:created xsi:type="dcterms:W3CDTF">2024-10-24T13:18:20Z</dcterms:created>
  <dcterms:modified xsi:type="dcterms:W3CDTF">2025-05-14T01:07:32Z</dcterms:modified>
</cp:coreProperties>
</file>