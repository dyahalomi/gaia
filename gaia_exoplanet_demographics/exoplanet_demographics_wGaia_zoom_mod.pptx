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109728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0"/>
  </p:normalViewPr>
  <p:slideViewPr>
    <p:cSldViewPr snapToGrid="0">
      <p:cViewPr varScale="1">
        <p:scale>
          <a:sx n="103" d="100"/>
          <a:sy n="103" d="100"/>
        </p:scale>
        <p:origin x="17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47C50-CDD4-004A-8303-C34A6D66E23A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99C99-61BB-0244-BC2C-F666E8E29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70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5B845-79EE-A342-999B-2951E96073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31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122363"/>
            <a:ext cx="82296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02038"/>
            <a:ext cx="82296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42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3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1709738"/>
            <a:ext cx="946404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4589464"/>
            <a:ext cx="946404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82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6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825625"/>
            <a:ext cx="46634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825625"/>
            <a:ext cx="46634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27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365126"/>
            <a:ext cx="946404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681163"/>
            <a:ext cx="464200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2505075"/>
            <a:ext cx="464200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1681163"/>
            <a:ext cx="4664869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2505075"/>
            <a:ext cx="466486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64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3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47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987426"/>
            <a:ext cx="555498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8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987426"/>
            <a:ext cx="5554980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5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24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365125"/>
            <a:ext cx="236601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365125"/>
            <a:ext cx="696087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4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365126"/>
            <a:ext cx="94640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825625"/>
            <a:ext cx="94640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A87EF-B273-344B-9F6E-2265A58E9C9B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6356351"/>
            <a:ext cx="3703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449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4EA05ADC-E624-67E1-6C44-9BFE3B870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45990"/>
            <a:ext cx="10972800" cy="7315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28AB83-A8CD-C07F-268C-E0F87810DB06}"/>
              </a:ext>
            </a:extLst>
          </p:cNvPr>
          <p:cNvSpPr txBox="1"/>
          <p:nvPr/>
        </p:nvSpPr>
        <p:spPr>
          <a:xfrm rot="180000">
            <a:off x="4370361" y="2609798"/>
            <a:ext cx="3470822" cy="50783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700" b="1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Gaia</a:t>
            </a:r>
            <a:r>
              <a:rPr lang="en-US" sz="27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DR4 detectable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E03E7-C76D-0C65-1FF0-2B783A667F6B}"/>
              </a:ext>
            </a:extLst>
          </p:cNvPr>
          <p:cNvSpPr txBox="1"/>
          <p:nvPr/>
        </p:nvSpPr>
        <p:spPr>
          <a:xfrm rot="60000">
            <a:off x="8702652" y="2173915"/>
            <a:ext cx="1853392" cy="44627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3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sz="2300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sz="23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sz="23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sz="2300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endParaRPr lang="en-US" sz="23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B6212-B4C0-0618-1BDB-B8979A7CBB49}"/>
              </a:ext>
            </a:extLst>
          </p:cNvPr>
          <p:cNvSpPr txBox="1"/>
          <p:nvPr/>
        </p:nvSpPr>
        <p:spPr>
          <a:xfrm rot="120000">
            <a:off x="8471819" y="2738080"/>
            <a:ext cx="2315057" cy="44627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3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sz="2300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sz="23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sz="23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sz="2300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r>
              <a:rPr lang="en-US" sz="23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/10</a:t>
            </a:r>
            <a:endParaRPr lang="en-US" sz="23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360C25-D132-8A28-ECA5-8AD7B45E6DAA}"/>
              </a:ext>
            </a:extLst>
          </p:cNvPr>
          <p:cNvSpPr txBox="1"/>
          <p:nvPr/>
        </p:nvSpPr>
        <p:spPr>
          <a:xfrm>
            <a:off x="7044000" y="309472"/>
            <a:ext cx="3606079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3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stellar distance = 50 pc</a:t>
            </a:r>
            <a:endParaRPr lang="en-US" sz="23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CFF232-E18F-6D99-3224-92138058C2A9}"/>
              </a:ext>
            </a:extLst>
          </p:cNvPr>
          <p:cNvCxnSpPr>
            <a:cxnSpLocks/>
          </p:cNvCxnSpPr>
          <p:nvPr/>
        </p:nvCxnSpPr>
        <p:spPr>
          <a:xfrm flipV="1">
            <a:off x="7475037" y="2255171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71BE8C-E414-8127-19A7-B0F280DB208B}"/>
              </a:ext>
            </a:extLst>
          </p:cNvPr>
          <p:cNvCxnSpPr>
            <a:cxnSpLocks/>
          </p:cNvCxnSpPr>
          <p:nvPr/>
        </p:nvCxnSpPr>
        <p:spPr>
          <a:xfrm flipV="1">
            <a:off x="6984700" y="2237243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6C7D45-FFE1-F3C1-4626-102E8E39E05F}"/>
              </a:ext>
            </a:extLst>
          </p:cNvPr>
          <p:cNvCxnSpPr>
            <a:cxnSpLocks/>
          </p:cNvCxnSpPr>
          <p:nvPr/>
        </p:nvCxnSpPr>
        <p:spPr>
          <a:xfrm flipV="1">
            <a:off x="6468360" y="2212063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0DC79D-D1CF-300E-B84D-277096ED63B4}"/>
              </a:ext>
            </a:extLst>
          </p:cNvPr>
          <p:cNvCxnSpPr>
            <a:cxnSpLocks/>
          </p:cNvCxnSpPr>
          <p:nvPr/>
        </p:nvCxnSpPr>
        <p:spPr>
          <a:xfrm flipV="1">
            <a:off x="5941995" y="2158762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FA5604-3A3B-1FB7-AE4F-A884664D29FD}"/>
              </a:ext>
            </a:extLst>
          </p:cNvPr>
          <p:cNvCxnSpPr>
            <a:cxnSpLocks/>
          </p:cNvCxnSpPr>
          <p:nvPr/>
        </p:nvCxnSpPr>
        <p:spPr>
          <a:xfrm flipV="1">
            <a:off x="5376539" y="2108809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199600-DC89-C574-A8AD-0758390B56FF}"/>
              </a:ext>
            </a:extLst>
          </p:cNvPr>
          <p:cNvCxnSpPr>
            <a:cxnSpLocks/>
          </p:cNvCxnSpPr>
          <p:nvPr/>
        </p:nvCxnSpPr>
        <p:spPr>
          <a:xfrm flipV="1">
            <a:off x="4803334" y="2074488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3186B7B-A3B4-867C-9CDC-F085A1250ACF}"/>
              </a:ext>
            </a:extLst>
          </p:cNvPr>
          <p:cNvCxnSpPr>
            <a:cxnSpLocks/>
          </p:cNvCxnSpPr>
          <p:nvPr/>
        </p:nvCxnSpPr>
        <p:spPr>
          <a:xfrm flipV="1">
            <a:off x="7967340" y="2322987"/>
            <a:ext cx="0" cy="797118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7AB2A7-5626-ECF2-6AE8-24745D2551AB}"/>
              </a:ext>
            </a:extLst>
          </p:cNvPr>
          <p:cNvCxnSpPr>
            <a:cxnSpLocks/>
          </p:cNvCxnSpPr>
          <p:nvPr/>
        </p:nvCxnSpPr>
        <p:spPr>
          <a:xfrm flipV="1">
            <a:off x="4359450" y="2183475"/>
            <a:ext cx="0" cy="797118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41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17</Words>
  <Application>Microsoft Macintosh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CMU Serif Roman</vt:lpstr>
      <vt:lpstr>CMU Serif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Yahalomi</dc:creator>
  <cp:lastModifiedBy>Daniel Yahalomi</cp:lastModifiedBy>
  <cp:revision>13</cp:revision>
  <dcterms:created xsi:type="dcterms:W3CDTF">2024-10-24T13:18:20Z</dcterms:created>
  <dcterms:modified xsi:type="dcterms:W3CDTF">2024-10-28T22:43:35Z</dcterms:modified>
</cp:coreProperties>
</file>