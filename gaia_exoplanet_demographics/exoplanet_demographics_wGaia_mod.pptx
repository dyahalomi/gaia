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55"/>
  </p:normalViewPr>
  <p:slideViewPr>
    <p:cSldViewPr snapToGrid="0">
      <p:cViewPr varScale="1">
        <p:scale>
          <a:sx n="94" d="100"/>
          <a:sy n="94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C2432-7BDB-6A48-A15F-0EE527D86F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5B845-79EE-A342-999B-2951E960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4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E1C7-C37B-87C3-FDA7-C00FC8A69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CCD9-8138-FEA1-7866-0423D4F37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05D37-A364-B0C4-669B-C0F9B245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50B2-ECB2-3EDC-332B-C3937C42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E201-D22E-1885-4B1A-35E214B2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4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509A-8DA5-3E4B-1DEC-BBAB218D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F386-DF6A-6D8B-BB52-97BB35A38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CC4D5-47B7-3CAF-6FF3-C3E068D8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ED2F9-43FC-6169-B3E6-65AB7E53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59828-6341-5520-9EC2-A5131F8A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7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C36B-E6E5-B883-8379-3C505AD5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5EEB5-75F3-E9BC-C6CE-59581101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0EFFC-2B8B-CEFD-7DE6-E7F3818E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E8B8-03B1-8F67-C98E-E5D6A049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AFDF-22E2-90C2-C2F7-85F4D594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0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2278-9EA1-3767-F6CA-87D3484F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8CA04-0B0E-6D5E-150A-B89113F5B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A7C2B-C626-4B2A-A535-1429B8EC8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9B6E0-F830-66EA-336F-5BDA6639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C2C68-57D1-AB44-9277-8E4C21DF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AD249-6534-E338-572A-0B6AE0B7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7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0322-89DA-5B26-AE2D-139BE354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B9C02-705F-F11A-DFB3-5407BF620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9BA99-F152-A530-CC91-7FE0D780E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3886A-085A-39B5-D837-71CA3BE7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03CD6-099F-ADE9-8652-8451A01B1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8036B-B0DE-3415-832D-9E388782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817C4-4AEE-767F-5EE6-D1076CC7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57543-E70F-C260-15B0-A2810E3B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9CC1-7784-45D5-569C-6621952F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A30C7-6FA8-28AD-6C01-39654117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2CB5B-3487-F371-834B-C602D9EE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D5C6-1E41-E1C3-7CAD-5E949A3C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AFFEA-A3DE-63E7-5429-C9D50FA4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185CE-823E-D3AD-510A-4B013458D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D0998-3994-A0AB-E149-B471A333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9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0DB0-68FA-E864-FDA5-37D7F60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1EF07-4E40-FED5-EAE7-1920E80EB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4A360-BCDD-C642-1021-60BB263B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44A04-A506-EEAB-7828-97D9184C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899D8-7C71-2C2E-803D-82B8E691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EE1EE-9E5C-68E6-71F3-BA34DC7C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9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2198-928E-688A-3F36-937EB833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BF5E8-4D90-3151-81F4-2E1BCC85C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A8868-3F9B-B599-B6A1-0B09D5C96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1733B-58A0-12B3-AE10-11ADB2C2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6B5CB-1014-1770-AB58-AF9F4038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099A9-7BBB-3180-B0B3-4C85B7FA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8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DC4E-78DD-B4B2-E495-397AD092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68534-B912-0FD5-DB37-1A2F0485A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3AF2-303B-DADB-FE2C-42E9A49F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2871C-D38D-00F4-10BD-E730CC1C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D9C58-A80C-9BDF-011C-B39FD44B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0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4AADD-3DF0-6566-44EC-1C56D9C63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91AF3-CCB9-8DA6-B14D-EEDF767FB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4461C-B30E-AF96-E6F9-5BBDAD05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1F3F-0994-C600-00EE-BF9F9A8CC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1446D-4369-AA01-2E21-E183AD5F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7912B-9557-90D2-57CD-8FF0CB5DB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2AA97-511F-7323-DF7C-88808FA6E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AF630-674C-FF4C-36F6-85BD4969A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1CAF5-7B9F-1F44-8015-037C5A688A28}" type="datetimeFigureOut">
              <a:rPr lang="en-US" smtClean="0"/>
              <a:t>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0B256-B69A-2760-709D-9EC481630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EA003-5FB5-E741-AC41-52FE3C612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40586-D68D-CC47-B9DA-E7771F300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02A7F-4FAE-D998-8F3E-D836C48CD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84666"/>
            <a:ext cx="11247120" cy="6748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>
            <a:off x="4288480" y="586333"/>
            <a:ext cx="2497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DR4 recoverable</a:t>
            </a:r>
          </a:p>
          <a:p>
            <a:pPr algn="ctr"/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dist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50 pc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1080000">
            <a:off x="1936780" y="616399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080000">
            <a:off x="1770090" y="1159211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C61C2-F3D1-C59A-63BC-70DD5B6C2F32}"/>
              </a:ext>
            </a:extLst>
          </p:cNvPr>
          <p:cNvSpPr txBox="1"/>
          <p:nvPr/>
        </p:nvSpPr>
        <p:spPr>
          <a:xfrm>
            <a:off x="6329870" y="0"/>
            <a:ext cx="341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baseline = 5.5 years</a:t>
            </a:r>
          </a:p>
        </p:txBody>
      </p: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22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3</cp:revision>
  <dcterms:created xsi:type="dcterms:W3CDTF">2024-10-23T21:13:50Z</dcterms:created>
  <dcterms:modified xsi:type="dcterms:W3CDTF">2025-02-15T16:13:44Z</dcterms:modified>
</cp:coreProperties>
</file>