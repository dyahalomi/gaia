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30"/>
  </p:normalViewPr>
  <p:slideViewPr>
    <p:cSldViewPr snapToGrid="0">
      <p:cViewPr varScale="1">
        <p:scale>
          <a:sx n="94" d="100"/>
          <a:sy n="94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47C50-CDD4-004A-8303-C34A6D66E23A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99C99-61BB-0244-BC2C-F666E8E2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70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5B845-79EE-A342-999B-2951E96073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31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9BC5-14D0-FA4B-4BB8-393BD9ABF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7342A-A646-E76C-5819-549325EF4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A265C-5A6C-D527-5DB5-9C2E83A6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CA83-569B-2C6F-CBE6-58C9F696B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2A587-F8D6-EA38-904B-FA3082D6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0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C59B7-983E-6383-B0C9-5033BE57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5BC73-A7A6-6E34-2CC8-3A2F50A84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9FDC8-8627-B5C3-53CC-F282849C4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549C7-B14A-E8C6-662D-6C4CC5CD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139F-2299-3E94-E3ED-711ED809A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12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27BFB-A403-3183-14CD-EE7EC1BB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9B3C4-4EDE-BAE6-D5A1-F36F76F9E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B697C-2532-482E-028E-1D3263E18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6C6BB-A47C-9A93-8B04-9ED7BFCDC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8F7CC-EB7A-F8C8-D4E3-D67A594A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90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B2630-9F33-6A35-823E-1428ACD51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E2F8F-247F-00CF-A178-9BB9195E7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154A6-0999-06F7-9E0F-9F3B05BB9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7A18E-629A-DE3F-64D6-66DABC5BB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62429-584D-727D-5386-582670355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57526-C4E0-A855-4813-DF496D0E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F90A-98F5-30ED-E428-6057F6FDD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4F474-77B8-7C1A-37C9-71A21CCF0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FFCAA-F83B-3F8B-6678-CEAE8C9E1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06C3EF-DED0-6921-7045-BBFB920C7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697ED3-93B6-0EAA-0E7D-AEDC5A737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A6473-57C9-AE67-0079-129A68CE1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FA1281-3912-0F71-B583-CC213D134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7B3924-B9EB-4A23-07A0-1EFF790BD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95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76E2-5798-A346-5A9A-642DE41C1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D2D154-F02D-2EA7-AEA9-3273C41F5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DE2BA-8441-51AD-098D-981FD2B9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1226C0-02EE-8CF6-0D7D-A2BFAAFB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37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D1804-7889-CF75-E883-992D042A4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6B546-D887-958E-3529-929E36EB3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93F58-D5BC-FC89-3D49-783C0D26A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06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C70A0-5492-C9E7-0F12-1EB154F95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226D5-06DE-7AA9-7B75-DB6105531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AA223-017E-41AF-83B4-A34FFD934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25E6A-CF20-FB86-2683-087902BFD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E6F3D-9386-AF93-3BA3-17834BAE5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5328D-94E4-E61D-C180-B1EAA1ECA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1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96E4-85BC-51CB-FB39-0FF913B70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83336-3DFD-87DA-C988-E2B027961D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E86E84-974C-FD49-258A-394A793A7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CA3C9-4F72-9930-48B6-72F9D5605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DE861-C249-28B4-5876-9E13FE30B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8491B-B7B5-B09A-63DF-471FD3709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2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803A1-0BCF-A1B6-B0FE-08D8FD2DF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828ED2-6CBE-51EE-9838-6F414C2C6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F4DEC-5156-5D9A-4E38-60CA1DC1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3E2FE-52A2-6C23-0235-A092E5951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8813-9EC4-3472-C994-5C78D3F91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5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747E16-3B9F-019E-C28F-A9C918B5F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828007-1702-8991-D090-0489B032E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2BDD0-03A4-326D-130F-1BF552957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7DABE-1C0F-707F-548A-AF957DEFC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A322B-6EEB-CF5F-8343-17AE965B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57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150043-D4C9-445C-4160-9BFD90CA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BEF99-50CA-0C65-F117-9375A4069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29432-CBB2-814A-3922-F62A9CA0F7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A87EF-B273-344B-9F6E-2265A58E9C9B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F54B4-3929-D1E6-DF70-9D10F99384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77A6E-6984-351E-87BC-5EAC90C03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4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5BE32335-0078-FC60-C341-590BEFBE1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" y="109728"/>
            <a:ext cx="11247120" cy="67482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8AB83-A8CD-C07F-268C-E0F87810DB06}"/>
              </a:ext>
            </a:extLst>
          </p:cNvPr>
          <p:cNvSpPr txBox="1"/>
          <p:nvPr/>
        </p:nvSpPr>
        <p:spPr>
          <a:xfrm rot="120000">
            <a:off x="4930469" y="2641346"/>
            <a:ext cx="3643946" cy="50783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700" b="1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Gaia</a:t>
            </a:r>
            <a:r>
              <a:rPr lang="en-US" sz="27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DR4 recoverable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E03E7-C76D-0C65-1FF0-2B783A667F6B}"/>
              </a:ext>
            </a:extLst>
          </p:cNvPr>
          <p:cNvSpPr txBox="1"/>
          <p:nvPr/>
        </p:nvSpPr>
        <p:spPr>
          <a:xfrm rot="60000">
            <a:off x="9741333" y="1798340"/>
            <a:ext cx="1489510" cy="369332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endParaRPr lang="en-US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B6212-B4C0-0618-1BDB-B8979A7CBB49}"/>
              </a:ext>
            </a:extLst>
          </p:cNvPr>
          <p:cNvSpPr txBox="1"/>
          <p:nvPr/>
        </p:nvSpPr>
        <p:spPr>
          <a:xfrm rot="120000">
            <a:off x="9560994" y="2362505"/>
            <a:ext cx="1850186" cy="369332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/10</a:t>
            </a:r>
            <a:endParaRPr lang="en-US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CFF232-E18F-6D99-3224-92138058C2A9}"/>
              </a:ext>
            </a:extLst>
          </p:cNvPr>
          <p:cNvCxnSpPr>
            <a:cxnSpLocks/>
          </p:cNvCxnSpPr>
          <p:nvPr/>
        </p:nvCxnSpPr>
        <p:spPr>
          <a:xfrm flipV="1">
            <a:off x="8161361" y="2012468"/>
            <a:ext cx="0" cy="524503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71BE8C-E414-8127-19A7-B0F280DB208B}"/>
              </a:ext>
            </a:extLst>
          </p:cNvPr>
          <p:cNvCxnSpPr>
            <a:cxnSpLocks/>
          </p:cNvCxnSpPr>
          <p:nvPr/>
        </p:nvCxnSpPr>
        <p:spPr>
          <a:xfrm flipV="1">
            <a:off x="7685964" y="1986685"/>
            <a:ext cx="0" cy="524503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6C7D45-FFE1-F3C1-4626-102E8E39E05F}"/>
              </a:ext>
            </a:extLst>
          </p:cNvPr>
          <p:cNvCxnSpPr>
            <a:cxnSpLocks/>
          </p:cNvCxnSpPr>
          <p:nvPr/>
        </p:nvCxnSpPr>
        <p:spPr>
          <a:xfrm flipV="1">
            <a:off x="7210567" y="1969360"/>
            <a:ext cx="0" cy="524503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0DC79D-D1CF-300E-B84D-277096ED63B4}"/>
              </a:ext>
            </a:extLst>
          </p:cNvPr>
          <p:cNvCxnSpPr>
            <a:cxnSpLocks/>
          </p:cNvCxnSpPr>
          <p:nvPr/>
        </p:nvCxnSpPr>
        <p:spPr>
          <a:xfrm flipV="1">
            <a:off x="6615965" y="1935442"/>
            <a:ext cx="0" cy="524503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FA5604-3A3B-1FB7-AE4F-A884664D29FD}"/>
              </a:ext>
            </a:extLst>
          </p:cNvPr>
          <p:cNvCxnSpPr>
            <a:cxnSpLocks/>
          </p:cNvCxnSpPr>
          <p:nvPr/>
        </p:nvCxnSpPr>
        <p:spPr>
          <a:xfrm flipV="1">
            <a:off x="6146042" y="1904468"/>
            <a:ext cx="0" cy="524503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199600-DC89-C574-A8AD-0758390B56FF}"/>
              </a:ext>
            </a:extLst>
          </p:cNvPr>
          <p:cNvCxnSpPr>
            <a:cxnSpLocks/>
          </p:cNvCxnSpPr>
          <p:nvPr/>
        </p:nvCxnSpPr>
        <p:spPr>
          <a:xfrm flipV="1">
            <a:off x="5545541" y="1870147"/>
            <a:ext cx="0" cy="524503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E360C25-D132-8A28-ECA5-8AD7B45E6DAA}"/>
              </a:ext>
            </a:extLst>
          </p:cNvPr>
          <p:cNvSpPr txBox="1"/>
          <p:nvPr/>
        </p:nvSpPr>
        <p:spPr>
          <a:xfrm>
            <a:off x="4622042" y="308834"/>
            <a:ext cx="610054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7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stellar distance </a:t>
            </a:r>
            <a:r>
              <a:rPr lang="en-US" sz="2700" b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= 150 </a:t>
            </a:r>
            <a:r>
              <a:rPr lang="en-US" sz="27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pc</a:t>
            </a:r>
            <a:endParaRPr lang="en-US" sz="27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14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</Words>
  <Application>Microsoft Macintosh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CMU Serif Roman</vt:lpstr>
      <vt:lpstr>CMU Serif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Yahalomi</dc:creator>
  <cp:lastModifiedBy>Daniel Yahalomi</cp:lastModifiedBy>
  <cp:revision>6</cp:revision>
  <dcterms:created xsi:type="dcterms:W3CDTF">2024-10-24T13:18:20Z</dcterms:created>
  <dcterms:modified xsi:type="dcterms:W3CDTF">2024-10-24T13:34:32Z</dcterms:modified>
</cp:coreProperties>
</file>