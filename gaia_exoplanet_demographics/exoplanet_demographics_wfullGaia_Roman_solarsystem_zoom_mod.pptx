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 varScale="1">
        <p:scale>
          <a:sx n="93" d="100"/>
          <a:sy n="93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7C50-CDD4-004A-8303-C34A6D66E23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99C99-61BB-0244-BC2C-F666E8E2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1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1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2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1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87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9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2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9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7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0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98CB225-FD3A-2C60-5D36-5C0E5A880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82296"/>
            <a:ext cx="11887200" cy="6686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 rot="180000">
            <a:off x="5429021" y="2772688"/>
            <a:ext cx="26436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detectable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60000">
            <a:off x="9492605" y="2560631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20000">
            <a:off x="9312266" y="3149510"/>
            <a:ext cx="185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60C25-D132-8A28-ECA5-8AD7B45E6DAA}"/>
              </a:ext>
            </a:extLst>
          </p:cNvPr>
          <p:cNvSpPr txBox="1"/>
          <p:nvPr/>
        </p:nvSpPr>
        <p:spPr>
          <a:xfrm>
            <a:off x="7652013" y="309472"/>
            <a:ext cx="360607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stellar distance = 50 pc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CFF232-E18F-6D99-3224-92138058C2A9}"/>
              </a:ext>
            </a:extLst>
          </p:cNvPr>
          <p:cNvCxnSpPr>
            <a:cxnSpLocks/>
          </p:cNvCxnSpPr>
          <p:nvPr/>
        </p:nvCxnSpPr>
        <p:spPr>
          <a:xfrm flipV="1">
            <a:off x="8107763" y="2442775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1BE8C-E414-8127-19A7-B0F280DB208B}"/>
              </a:ext>
            </a:extLst>
          </p:cNvPr>
          <p:cNvCxnSpPr>
            <a:cxnSpLocks/>
          </p:cNvCxnSpPr>
          <p:nvPr/>
        </p:nvCxnSpPr>
        <p:spPr>
          <a:xfrm flipV="1">
            <a:off x="7617426" y="242484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C7D45-FFE1-F3C1-4626-102E8E39E05F}"/>
              </a:ext>
            </a:extLst>
          </p:cNvPr>
          <p:cNvCxnSpPr>
            <a:cxnSpLocks/>
          </p:cNvCxnSpPr>
          <p:nvPr/>
        </p:nvCxnSpPr>
        <p:spPr>
          <a:xfrm flipV="1">
            <a:off x="7101086" y="239966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DC79D-D1CF-300E-B84D-277096ED63B4}"/>
              </a:ext>
            </a:extLst>
          </p:cNvPr>
          <p:cNvCxnSpPr>
            <a:cxnSpLocks/>
          </p:cNvCxnSpPr>
          <p:nvPr/>
        </p:nvCxnSpPr>
        <p:spPr>
          <a:xfrm flipV="1">
            <a:off x="6574721" y="2346366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FA5604-3A3B-1FB7-AE4F-A884664D29FD}"/>
              </a:ext>
            </a:extLst>
          </p:cNvPr>
          <p:cNvCxnSpPr>
            <a:cxnSpLocks/>
          </p:cNvCxnSpPr>
          <p:nvPr/>
        </p:nvCxnSpPr>
        <p:spPr>
          <a:xfrm flipV="1">
            <a:off x="6009265" y="2296413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199600-DC89-C574-A8AD-0758390B56FF}"/>
              </a:ext>
            </a:extLst>
          </p:cNvPr>
          <p:cNvCxnSpPr>
            <a:cxnSpLocks/>
          </p:cNvCxnSpPr>
          <p:nvPr/>
        </p:nvCxnSpPr>
        <p:spPr>
          <a:xfrm flipV="1">
            <a:off x="5436060" y="2262092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186B7B-A3B4-867C-9CDC-F085A1250ACF}"/>
              </a:ext>
            </a:extLst>
          </p:cNvPr>
          <p:cNvCxnSpPr>
            <a:cxnSpLocks/>
          </p:cNvCxnSpPr>
          <p:nvPr/>
        </p:nvCxnSpPr>
        <p:spPr>
          <a:xfrm flipV="1">
            <a:off x="8476496" y="2609446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7AB2A7-5626-ECF2-6AE8-24745D2551AB}"/>
              </a:ext>
            </a:extLst>
          </p:cNvPr>
          <p:cNvCxnSpPr>
            <a:cxnSpLocks/>
          </p:cNvCxnSpPr>
          <p:nvPr/>
        </p:nvCxnSpPr>
        <p:spPr>
          <a:xfrm flipV="1">
            <a:off x="5078675" y="2469934"/>
            <a:ext cx="0" cy="797118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EA3AA5-5E71-288F-2667-34E4B2A1E6D3}"/>
              </a:ext>
            </a:extLst>
          </p:cNvPr>
          <p:cNvSpPr txBox="1"/>
          <p:nvPr/>
        </p:nvSpPr>
        <p:spPr>
          <a:xfrm rot="180000">
            <a:off x="5205201" y="4272742"/>
            <a:ext cx="3017172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Roman</a:t>
            </a:r>
            <a:r>
              <a:rPr lang="en-US" sz="2700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detectable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0B092-3714-C2C8-9E9C-AA4B74A8E6C7}"/>
              </a:ext>
            </a:extLst>
          </p:cNvPr>
          <p:cNvSpPr txBox="1"/>
          <p:nvPr/>
        </p:nvSpPr>
        <p:spPr>
          <a:xfrm rot="60000">
            <a:off x="9492606" y="3862977"/>
            <a:ext cx="148951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b="1" dirty="0">
              <a:solidFill>
                <a:srgbClr val="C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B9CA8-0E53-2CFD-CE6F-27FDC9CBAF4E}"/>
              </a:ext>
            </a:extLst>
          </p:cNvPr>
          <p:cNvSpPr txBox="1"/>
          <p:nvPr/>
        </p:nvSpPr>
        <p:spPr>
          <a:xfrm rot="120000">
            <a:off x="9312267" y="4464213"/>
            <a:ext cx="18501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b="1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b="1" baseline="-25000" dirty="0" err="1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b="1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b="1" dirty="0">
              <a:solidFill>
                <a:srgbClr val="C00000"/>
              </a:solidFill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6342EF-84F2-175B-0229-3B940AB6D44D}"/>
              </a:ext>
            </a:extLst>
          </p:cNvPr>
          <p:cNvCxnSpPr>
            <a:cxnSpLocks/>
          </p:cNvCxnSpPr>
          <p:nvPr/>
        </p:nvCxnSpPr>
        <p:spPr>
          <a:xfrm flipV="1">
            <a:off x="7934769" y="3798687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D5662F-1965-3F37-F2FB-5EDC96A97455}"/>
              </a:ext>
            </a:extLst>
          </p:cNvPr>
          <p:cNvCxnSpPr>
            <a:cxnSpLocks/>
          </p:cNvCxnSpPr>
          <p:nvPr/>
        </p:nvCxnSpPr>
        <p:spPr>
          <a:xfrm flipV="1">
            <a:off x="7395005" y="3768402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4D3DC7-5C98-7131-A948-1C0A55792B78}"/>
              </a:ext>
            </a:extLst>
          </p:cNvPr>
          <p:cNvCxnSpPr>
            <a:cxnSpLocks/>
          </p:cNvCxnSpPr>
          <p:nvPr/>
        </p:nvCxnSpPr>
        <p:spPr>
          <a:xfrm flipV="1">
            <a:off x="6878665" y="3733466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367A41-39B4-DDB7-DEDE-84F1487E0CE3}"/>
              </a:ext>
            </a:extLst>
          </p:cNvPr>
          <p:cNvCxnSpPr>
            <a:cxnSpLocks/>
          </p:cNvCxnSpPr>
          <p:nvPr/>
        </p:nvCxnSpPr>
        <p:spPr>
          <a:xfrm flipV="1">
            <a:off x="6315229" y="3702696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4AB84B-AED4-B730-1E82-85832768387F}"/>
              </a:ext>
            </a:extLst>
          </p:cNvPr>
          <p:cNvCxnSpPr>
            <a:cxnSpLocks/>
          </p:cNvCxnSpPr>
          <p:nvPr/>
        </p:nvCxnSpPr>
        <p:spPr>
          <a:xfrm flipV="1">
            <a:off x="5762130" y="3671347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9106EB7-C3BD-8DCF-D25A-108A977ECD07}"/>
              </a:ext>
            </a:extLst>
          </p:cNvPr>
          <p:cNvSpPr txBox="1"/>
          <p:nvPr/>
        </p:nvSpPr>
        <p:spPr>
          <a:xfrm rot="180000">
            <a:off x="5350512" y="4632437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40 </a:t>
            </a:r>
            <a:r>
              <a:rPr lang="en-US" dirty="0">
                <a:solidFill>
                  <a:srgbClr val="C0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observations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202AFF-0D47-6D14-E7A2-E320B6826EB4}"/>
              </a:ext>
            </a:extLst>
          </p:cNvPr>
          <p:cNvSpPr txBox="1"/>
          <p:nvPr/>
        </p:nvSpPr>
        <p:spPr>
          <a:xfrm rot="180000">
            <a:off x="5217717" y="3060894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138 observations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8FEEC1-256A-BC05-B573-79533F396024}"/>
              </a:ext>
            </a:extLst>
          </p:cNvPr>
          <p:cNvCxnSpPr>
            <a:cxnSpLocks/>
          </p:cNvCxnSpPr>
          <p:nvPr/>
        </p:nvCxnSpPr>
        <p:spPr>
          <a:xfrm flipV="1">
            <a:off x="5332453" y="3647321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1076E8-722A-A965-689F-8378552419CB}"/>
              </a:ext>
            </a:extLst>
          </p:cNvPr>
          <p:cNvCxnSpPr>
            <a:cxnSpLocks/>
          </p:cNvCxnSpPr>
          <p:nvPr/>
        </p:nvCxnSpPr>
        <p:spPr>
          <a:xfrm flipV="1">
            <a:off x="8339264" y="3822550"/>
            <a:ext cx="0" cy="524503"/>
          </a:xfrm>
          <a:prstGeom prst="straightConnector1">
            <a:avLst/>
          </a:prstGeom>
          <a:ln w="47625">
            <a:solidFill>
              <a:srgbClr val="C0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32</Words>
  <Application>Microsoft Macintosh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19</cp:revision>
  <dcterms:created xsi:type="dcterms:W3CDTF">2024-10-24T13:18:20Z</dcterms:created>
  <dcterms:modified xsi:type="dcterms:W3CDTF">2025-05-14T01:09:59Z</dcterms:modified>
</cp:coreProperties>
</file>