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7" r:id="rId2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78"/>
  </p:normalViewPr>
  <p:slideViewPr>
    <p:cSldViewPr snapToGrid="0">
      <p:cViewPr varScale="1">
        <p:scale>
          <a:sx n="103" d="100"/>
          <a:sy n="103" d="100"/>
        </p:scale>
        <p:origin x="176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47C50-CDD4-004A-8303-C34A6D66E23A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99C99-61BB-0244-BC2C-F666E8E29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70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60438" y="1143000"/>
            <a:ext cx="493712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F5B845-79EE-A342-999B-2951E96073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31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542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36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8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966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27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64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0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647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482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5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4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4A87EF-B273-344B-9F6E-2265A58E9C9B}" type="datetimeFigureOut">
              <a:rPr lang="en-US" smtClean="0"/>
              <a:t>5/13/25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8C5048-2833-2445-B364-9A904CD77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49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38B5ABC7-F395-293C-05EB-5598D4EB8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452" y="-58245"/>
            <a:ext cx="10287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28AB83-A8CD-C07F-268C-E0F87810DB06}"/>
              </a:ext>
            </a:extLst>
          </p:cNvPr>
          <p:cNvSpPr txBox="1"/>
          <p:nvPr/>
        </p:nvSpPr>
        <p:spPr>
          <a:xfrm rot="300000">
            <a:off x="2232636" y="3005215"/>
            <a:ext cx="3470822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7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sz="27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detectable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1E03E7-C76D-0C65-1FF0-2B783A667F6B}"/>
              </a:ext>
            </a:extLst>
          </p:cNvPr>
          <p:cNvSpPr txBox="1"/>
          <p:nvPr/>
        </p:nvSpPr>
        <p:spPr>
          <a:xfrm rot="60000">
            <a:off x="4828693" y="2172404"/>
            <a:ext cx="1273105" cy="3231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15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sz="15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sz="15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15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endParaRPr lang="en-US" sz="15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2B6212-B4C0-0618-1BDB-B8979A7CBB49}"/>
              </a:ext>
            </a:extLst>
          </p:cNvPr>
          <p:cNvSpPr txBox="1"/>
          <p:nvPr/>
        </p:nvSpPr>
        <p:spPr>
          <a:xfrm rot="120000">
            <a:off x="4605795" y="2762675"/>
            <a:ext cx="1571264" cy="323165"/>
          </a:xfrm>
          <a:prstGeom prst="rect">
            <a:avLst/>
          </a:prstGeom>
          <a:solidFill>
            <a:schemeClr val="bg1">
              <a:alpha val="5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15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star</a:t>
            </a:r>
            <a:r>
              <a:rPr lang="en-US" sz="15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 = </a:t>
            </a:r>
            <a:r>
              <a:rPr lang="en-US" sz="1500" b="1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M</a:t>
            </a:r>
            <a:r>
              <a:rPr lang="en-US" sz="1500" b="1" baseline="-25000" dirty="0" err="1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Sun</a:t>
            </a:r>
            <a:r>
              <a:rPr lang="en-US" sz="15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/10</a:t>
            </a:r>
            <a:endParaRPr lang="en-US" sz="15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0C25-D132-8A28-ECA5-8AD7B45E6DAA}"/>
              </a:ext>
            </a:extLst>
          </p:cNvPr>
          <p:cNvSpPr txBox="1"/>
          <p:nvPr/>
        </p:nvSpPr>
        <p:spPr>
          <a:xfrm>
            <a:off x="6636227" y="321828"/>
            <a:ext cx="3606079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3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stellar distance = 50 pc</a:t>
            </a:r>
            <a:endParaRPr lang="en-US" sz="23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6C7D45-FFE1-F3C1-4626-102E8E39E05F}"/>
              </a:ext>
            </a:extLst>
          </p:cNvPr>
          <p:cNvCxnSpPr>
            <a:cxnSpLocks/>
          </p:cNvCxnSpPr>
          <p:nvPr/>
        </p:nvCxnSpPr>
        <p:spPr>
          <a:xfrm flipV="1">
            <a:off x="4330632" y="2471561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50DC79D-D1CF-300E-B84D-277096ED63B4}"/>
              </a:ext>
            </a:extLst>
          </p:cNvPr>
          <p:cNvCxnSpPr>
            <a:cxnSpLocks/>
          </p:cNvCxnSpPr>
          <p:nvPr/>
        </p:nvCxnSpPr>
        <p:spPr>
          <a:xfrm flipV="1">
            <a:off x="3804267" y="2418260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FA5604-3A3B-1FB7-AE4F-A884664D29FD}"/>
              </a:ext>
            </a:extLst>
          </p:cNvPr>
          <p:cNvCxnSpPr>
            <a:cxnSpLocks/>
          </p:cNvCxnSpPr>
          <p:nvPr/>
        </p:nvCxnSpPr>
        <p:spPr>
          <a:xfrm flipV="1">
            <a:off x="3238811" y="2368307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5199600-DC89-C574-A8AD-0758390B56FF}"/>
              </a:ext>
            </a:extLst>
          </p:cNvPr>
          <p:cNvCxnSpPr>
            <a:cxnSpLocks/>
          </p:cNvCxnSpPr>
          <p:nvPr/>
        </p:nvCxnSpPr>
        <p:spPr>
          <a:xfrm flipV="1">
            <a:off x="2665606" y="2333986"/>
            <a:ext cx="0" cy="524503"/>
          </a:xfrm>
          <a:prstGeom prst="straightConnector1">
            <a:avLst/>
          </a:prstGeom>
          <a:ln w="47625">
            <a:solidFill>
              <a:schemeClr val="tx1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B202AFF-0D47-6D14-E7A2-E320B6826EB4}"/>
              </a:ext>
            </a:extLst>
          </p:cNvPr>
          <p:cNvSpPr txBox="1"/>
          <p:nvPr/>
        </p:nvSpPr>
        <p:spPr>
          <a:xfrm rot="300000">
            <a:off x="2492613" y="3293422"/>
            <a:ext cx="2749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assuming 69 observations</a:t>
            </a:r>
          </a:p>
        </p:txBody>
      </p:sp>
    </p:spTree>
    <p:extLst>
      <p:ext uri="{BB962C8B-B14F-4D97-AF65-F5344CB8AC3E}">
        <p14:creationId xmlns:p14="http://schemas.microsoft.com/office/powerpoint/2010/main" val="3529141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</TotalTime>
  <Words>20</Words>
  <Application>Microsoft Macintosh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CMU Serif Roman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19</cp:revision>
  <dcterms:created xsi:type="dcterms:W3CDTF">2024-10-24T13:18:20Z</dcterms:created>
  <dcterms:modified xsi:type="dcterms:W3CDTF">2025-05-13T23:20:53Z</dcterms:modified>
</cp:coreProperties>
</file>