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"/>
  </p:notesMasterIdLst>
  <p:sldIdLst>
    <p:sldId id="257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78"/>
  </p:normalViewPr>
  <p:slideViewPr>
    <p:cSldViewPr snapToGrid="0">
      <p:cViewPr varScale="1">
        <p:scale>
          <a:sx n="93" d="100"/>
          <a:sy n="93" d="100"/>
        </p:scale>
        <p:origin x="208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747C50-CDD4-004A-8303-C34A6D66E23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399C99-61BB-0244-BC2C-F666E8E29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870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F5B845-79EE-A342-999B-2951E960731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0312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3603" y="1122363"/>
            <a:ext cx="9141619" cy="2387600"/>
          </a:xfrm>
        </p:spPr>
        <p:txBody>
          <a:bodyPr anchor="b"/>
          <a:lstStyle>
            <a:lvl1pPr algn="ctr">
              <a:defRPr sz="59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3603" y="3602038"/>
            <a:ext cx="9141619" cy="1655762"/>
          </a:xfrm>
        </p:spPr>
        <p:txBody>
          <a:bodyPr/>
          <a:lstStyle>
            <a:lvl1pPr marL="0" indent="0" algn="ctr">
              <a:buNone/>
              <a:defRPr sz="2399"/>
            </a:lvl1pPr>
            <a:lvl2pPr marL="457063" indent="0" algn="ctr">
              <a:buNone/>
              <a:defRPr sz="1999"/>
            </a:lvl2pPr>
            <a:lvl3pPr marL="914126" indent="0" algn="ctr">
              <a:buNone/>
              <a:defRPr sz="1799"/>
            </a:lvl3pPr>
            <a:lvl4pPr marL="1371189" indent="0" algn="ctr">
              <a:buNone/>
              <a:defRPr sz="1600"/>
            </a:lvl4pPr>
            <a:lvl5pPr marL="1828251" indent="0" algn="ctr">
              <a:buNone/>
              <a:defRPr sz="1600"/>
            </a:lvl5pPr>
            <a:lvl6pPr marL="2285314" indent="0" algn="ctr">
              <a:buNone/>
              <a:defRPr sz="1600"/>
            </a:lvl6pPr>
            <a:lvl7pPr marL="2742377" indent="0" algn="ctr">
              <a:buNone/>
              <a:defRPr sz="1600"/>
            </a:lvl7pPr>
            <a:lvl8pPr marL="3199440" indent="0" algn="ctr">
              <a:buNone/>
              <a:defRPr sz="1600"/>
            </a:lvl8pPr>
            <a:lvl9pPr marL="365650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A87EF-B273-344B-9F6E-2265A58E9C9B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5048-2833-2445-B364-9A904CD7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031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A87EF-B273-344B-9F6E-2265A58E9C9B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5048-2833-2445-B364-9A904CD7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715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633" y="1709738"/>
            <a:ext cx="10512862" cy="2852737"/>
          </a:xfrm>
        </p:spPr>
        <p:txBody>
          <a:bodyPr anchor="b"/>
          <a:lstStyle>
            <a:lvl1pPr>
              <a:defRPr sz="59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633" y="4589464"/>
            <a:ext cx="10512862" cy="1500187"/>
          </a:xfrm>
        </p:spPr>
        <p:txBody>
          <a:bodyPr/>
          <a:lstStyle>
            <a:lvl1pPr marL="0" indent="0">
              <a:buNone/>
              <a:defRPr sz="2399">
                <a:solidFill>
                  <a:schemeClr val="tx1">
                    <a:tint val="82000"/>
                  </a:schemeClr>
                </a:solidFill>
              </a:defRPr>
            </a:lvl1pPr>
            <a:lvl2pPr marL="457063" indent="0">
              <a:buNone/>
              <a:defRPr sz="1999">
                <a:solidFill>
                  <a:schemeClr val="tx1">
                    <a:tint val="82000"/>
                  </a:schemeClr>
                </a:solidFill>
              </a:defRPr>
            </a:lvl2pPr>
            <a:lvl3pPr marL="914126" indent="0">
              <a:buNone/>
              <a:defRPr sz="1799">
                <a:solidFill>
                  <a:schemeClr val="tx1">
                    <a:tint val="82000"/>
                  </a:schemeClr>
                </a:solidFill>
              </a:defRPr>
            </a:lvl3pPr>
            <a:lvl4pPr marL="137118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25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31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2377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19944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650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A87EF-B273-344B-9F6E-2265A58E9C9B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5048-2833-2445-B364-9A904CD7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424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7982" y="1825625"/>
            <a:ext cx="518025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592" y="1825625"/>
            <a:ext cx="518025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A87EF-B273-344B-9F6E-2265A58E9C9B}" type="datetimeFigureOut">
              <a:rPr lang="en-US" smtClean="0"/>
              <a:t>5/13/25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5048-2833-2445-B364-9A904CD7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110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569" y="365126"/>
            <a:ext cx="105128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570" y="1681163"/>
            <a:ext cx="5156444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570" y="2505075"/>
            <a:ext cx="5156444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0593" y="1681163"/>
            <a:ext cx="5181838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593" y="2505075"/>
            <a:ext cx="518183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A87EF-B273-344B-9F6E-2265A58E9C9B}" type="datetimeFigureOut">
              <a:rPr lang="en-US" smtClean="0"/>
              <a:t>5/13/25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5048-2833-2445-B364-9A904CD7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087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A87EF-B273-344B-9F6E-2265A58E9C9B}" type="datetimeFigureOut">
              <a:rPr lang="en-US" smtClean="0"/>
              <a:t>5/13/25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5048-2833-2445-B364-9A904CD7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897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A87EF-B273-344B-9F6E-2265A58E9C9B}" type="datetimeFigureOut">
              <a:rPr lang="en-US" smtClean="0"/>
              <a:t>5/13/25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5048-2833-2445-B364-9A904CD7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120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570" y="457200"/>
            <a:ext cx="3931213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838" y="987426"/>
            <a:ext cx="6170593" cy="4873625"/>
          </a:xfrm>
        </p:spPr>
        <p:txBody>
          <a:bodyPr/>
          <a:lstStyle>
            <a:lvl1pPr>
              <a:defRPr sz="3199"/>
            </a:lvl1pPr>
            <a:lvl2pPr>
              <a:defRPr sz="2799"/>
            </a:lvl2pPr>
            <a:lvl3pPr>
              <a:defRPr sz="2399"/>
            </a:lvl3pPr>
            <a:lvl4pPr>
              <a:defRPr sz="1999"/>
            </a:lvl4pPr>
            <a:lvl5pPr>
              <a:defRPr sz="1999"/>
            </a:lvl5pPr>
            <a:lvl6pPr>
              <a:defRPr sz="1999"/>
            </a:lvl6pPr>
            <a:lvl7pPr>
              <a:defRPr sz="1999"/>
            </a:lvl7pPr>
            <a:lvl8pPr>
              <a:defRPr sz="1999"/>
            </a:lvl8pPr>
            <a:lvl9pPr>
              <a:defRPr sz="19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570" y="2057400"/>
            <a:ext cx="393121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A87EF-B273-344B-9F6E-2265A58E9C9B}" type="datetimeFigureOut">
              <a:rPr lang="en-US" smtClean="0"/>
              <a:t>5/13/25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5048-2833-2445-B364-9A904CD7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67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570" y="457200"/>
            <a:ext cx="3931213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1838" y="987426"/>
            <a:ext cx="6170593" cy="4873625"/>
          </a:xfrm>
        </p:spPr>
        <p:txBody>
          <a:bodyPr anchor="t"/>
          <a:lstStyle>
            <a:lvl1pPr marL="0" indent="0">
              <a:buNone/>
              <a:defRPr sz="31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570" y="2057400"/>
            <a:ext cx="393121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A87EF-B273-344B-9F6E-2265A58E9C9B}" type="datetimeFigureOut">
              <a:rPr lang="en-US" smtClean="0"/>
              <a:t>5/13/25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5048-2833-2445-B364-9A904CD7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26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A87EF-B273-344B-9F6E-2265A58E9C9B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5048-2833-2445-B364-9A904CD7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391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2628" y="365125"/>
            <a:ext cx="262821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7982" y="365125"/>
            <a:ext cx="7732286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A87EF-B273-344B-9F6E-2265A58E9C9B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5048-2833-2445-B364-9A904CD7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479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286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7982" y="1825625"/>
            <a:ext cx="1051286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7982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4A87EF-B273-344B-9F6E-2265A58E9C9B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7549" y="6356351"/>
            <a:ext cx="4113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08357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8C5048-2833-2445-B364-9A904CD7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708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126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59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657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720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783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971D210D-73F0-47CA-0BC6-ADBA7964C0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" y="82296"/>
            <a:ext cx="11887200" cy="66865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928AB83-A8CD-C07F-268C-E0F87810DB06}"/>
              </a:ext>
            </a:extLst>
          </p:cNvPr>
          <p:cNvSpPr txBox="1"/>
          <p:nvPr/>
        </p:nvSpPr>
        <p:spPr>
          <a:xfrm rot="180000">
            <a:off x="5429021" y="2772688"/>
            <a:ext cx="2643672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700" b="1" i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Gaia</a:t>
            </a:r>
            <a:r>
              <a:rPr lang="en-US" sz="27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detectable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1E03E7-C76D-0C65-1FF0-2B783A667F6B}"/>
              </a:ext>
            </a:extLst>
          </p:cNvPr>
          <p:cNvSpPr txBox="1"/>
          <p:nvPr/>
        </p:nvSpPr>
        <p:spPr>
          <a:xfrm rot="60000">
            <a:off x="9492605" y="2560631"/>
            <a:ext cx="1489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M</a:t>
            </a:r>
            <a:r>
              <a:rPr lang="en-US" b="1" baseline="-250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star</a:t>
            </a:r>
            <a:r>
              <a:rPr lang="en-US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= </a:t>
            </a:r>
            <a:r>
              <a:rPr lang="en-US" b="1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M</a:t>
            </a:r>
            <a:r>
              <a:rPr lang="en-US" b="1" baseline="-250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Sun</a:t>
            </a:r>
            <a:endParaRPr lang="en-US" b="1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2B6212-B4C0-0618-1BDB-B8979A7CBB49}"/>
              </a:ext>
            </a:extLst>
          </p:cNvPr>
          <p:cNvSpPr txBox="1"/>
          <p:nvPr/>
        </p:nvSpPr>
        <p:spPr>
          <a:xfrm rot="120000">
            <a:off x="9312266" y="3149510"/>
            <a:ext cx="1850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M</a:t>
            </a:r>
            <a:r>
              <a:rPr lang="en-US" b="1" baseline="-250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star</a:t>
            </a:r>
            <a:r>
              <a:rPr lang="en-US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= </a:t>
            </a:r>
            <a:r>
              <a:rPr lang="en-US" b="1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M</a:t>
            </a:r>
            <a:r>
              <a:rPr lang="en-US" b="1" baseline="-250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Sun</a:t>
            </a:r>
            <a:r>
              <a:rPr lang="en-US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/10</a:t>
            </a:r>
            <a:endParaRPr lang="en-US" b="1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360C25-D132-8A28-ECA5-8AD7B45E6DAA}"/>
              </a:ext>
            </a:extLst>
          </p:cNvPr>
          <p:cNvSpPr txBox="1"/>
          <p:nvPr/>
        </p:nvSpPr>
        <p:spPr>
          <a:xfrm>
            <a:off x="7652013" y="309472"/>
            <a:ext cx="3606079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3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stellar distance = 50 pc</a:t>
            </a:r>
            <a:endParaRPr lang="en-US" sz="2300" b="1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9CFF232-E18F-6D99-3224-92138058C2A9}"/>
              </a:ext>
            </a:extLst>
          </p:cNvPr>
          <p:cNvCxnSpPr>
            <a:cxnSpLocks/>
          </p:cNvCxnSpPr>
          <p:nvPr/>
        </p:nvCxnSpPr>
        <p:spPr>
          <a:xfrm flipV="1">
            <a:off x="8107763" y="2442775"/>
            <a:ext cx="0" cy="524503"/>
          </a:xfrm>
          <a:prstGeom prst="straightConnector1">
            <a:avLst/>
          </a:prstGeom>
          <a:ln w="47625">
            <a:solidFill>
              <a:schemeClr val="tx1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771BE8C-E414-8127-19A7-B0F280DB208B}"/>
              </a:ext>
            </a:extLst>
          </p:cNvPr>
          <p:cNvCxnSpPr>
            <a:cxnSpLocks/>
          </p:cNvCxnSpPr>
          <p:nvPr/>
        </p:nvCxnSpPr>
        <p:spPr>
          <a:xfrm flipV="1">
            <a:off x="7617426" y="2424847"/>
            <a:ext cx="0" cy="524503"/>
          </a:xfrm>
          <a:prstGeom prst="straightConnector1">
            <a:avLst/>
          </a:prstGeom>
          <a:ln w="47625">
            <a:solidFill>
              <a:schemeClr val="tx1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C6C7D45-FFE1-F3C1-4626-102E8E39E05F}"/>
              </a:ext>
            </a:extLst>
          </p:cNvPr>
          <p:cNvCxnSpPr>
            <a:cxnSpLocks/>
          </p:cNvCxnSpPr>
          <p:nvPr/>
        </p:nvCxnSpPr>
        <p:spPr>
          <a:xfrm flipV="1">
            <a:off x="7101086" y="2399667"/>
            <a:ext cx="0" cy="524503"/>
          </a:xfrm>
          <a:prstGeom prst="straightConnector1">
            <a:avLst/>
          </a:prstGeom>
          <a:ln w="47625">
            <a:solidFill>
              <a:schemeClr val="tx1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50DC79D-D1CF-300E-B84D-277096ED63B4}"/>
              </a:ext>
            </a:extLst>
          </p:cNvPr>
          <p:cNvCxnSpPr>
            <a:cxnSpLocks/>
          </p:cNvCxnSpPr>
          <p:nvPr/>
        </p:nvCxnSpPr>
        <p:spPr>
          <a:xfrm flipV="1">
            <a:off x="6574721" y="2346366"/>
            <a:ext cx="0" cy="524503"/>
          </a:xfrm>
          <a:prstGeom prst="straightConnector1">
            <a:avLst/>
          </a:prstGeom>
          <a:ln w="47625">
            <a:solidFill>
              <a:schemeClr val="tx1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5FA5604-3A3B-1FB7-AE4F-A884664D29FD}"/>
              </a:ext>
            </a:extLst>
          </p:cNvPr>
          <p:cNvCxnSpPr>
            <a:cxnSpLocks/>
          </p:cNvCxnSpPr>
          <p:nvPr/>
        </p:nvCxnSpPr>
        <p:spPr>
          <a:xfrm flipV="1">
            <a:off x="6009265" y="2296413"/>
            <a:ext cx="0" cy="524503"/>
          </a:xfrm>
          <a:prstGeom prst="straightConnector1">
            <a:avLst/>
          </a:prstGeom>
          <a:ln w="47625">
            <a:solidFill>
              <a:schemeClr val="tx1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5199600-DC89-C574-A8AD-0758390B56FF}"/>
              </a:ext>
            </a:extLst>
          </p:cNvPr>
          <p:cNvCxnSpPr>
            <a:cxnSpLocks/>
          </p:cNvCxnSpPr>
          <p:nvPr/>
        </p:nvCxnSpPr>
        <p:spPr>
          <a:xfrm flipV="1">
            <a:off x="5436060" y="2262092"/>
            <a:ext cx="0" cy="524503"/>
          </a:xfrm>
          <a:prstGeom prst="straightConnector1">
            <a:avLst/>
          </a:prstGeom>
          <a:ln w="47625">
            <a:solidFill>
              <a:schemeClr val="tx1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43186B7B-A3B4-867C-9CDC-F085A1250ACF}"/>
              </a:ext>
            </a:extLst>
          </p:cNvPr>
          <p:cNvCxnSpPr>
            <a:cxnSpLocks/>
          </p:cNvCxnSpPr>
          <p:nvPr/>
        </p:nvCxnSpPr>
        <p:spPr>
          <a:xfrm flipV="1">
            <a:off x="8476496" y="2609446"/>
            <a:ext cx="0" cy="797118"/>
          </a:xfrm>
          <a:prstGeom prst="straightConnector1">
            <a:avLst/>
          </a:prstGeom>
          <a:ln w="47625">
            <a:solidFill>
              <a:schemeClr val="tx1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87AB2A7-5626-ECF2-6AE8-24745D2551AB}"/>
              </a:ext>
            </a:extLst>
          </p:cNvPr>
          <p:cNvCxnSpPr>
            <a:cxnSpLocks/>
          </p:cNvCxnSpPr>
          <p:nvPr/>
        </p:nvCxnSpPr>
        <p:spPr>
          <a:xfrm flipV="1">
            <a:off x="5078675" y="2469934"/>
            <a:ext cx="0" cy="797118"/>
          </a:xfrm>
          <a:prstGeom prst="straightConnector1">
            <a:avLst/>
          </a:prstGeom>
          <a:ln w="47625">
            <a:solidFill>
              <a:schemeClr val="tx1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CB202AFF-0D47-6D14-E7A2-E320B6826EB4}"/>
              </a:ext>
            </a:extLst>
          </p:cNvPr>
          <p:cNvSpPr txBox="1"/>
          <p:nvPr/>
        </p:nvSpPr>
        <p:spPr>
          <a:xfrm rot="180000">
            <a:off x="5217717" y="3060894"/>
            <a:ext cx="2864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assuming 138 observations</a:t>
            </a:r>
          </a:p>
        </p:txBody>
      </p:sp>
    </p:spTree>
    <p:extLst>
      <p:ext uri="{BB962C8B-B14F-4D97-AF65-F5344CB8AC3E}">
        <p14:creationId xmlns:p14="http://schemas.microsoft.com/office/powerpoint/2010/main" val="35291419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167</TotalTime>
  <Words>19</Words>
  <Application>Microsoft Macintosh PowerPoint</Application>
  <PresentationFormat>Custom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CMU Serif Roman</vt:lpstr>
      <vt:lpstr>CMU Serif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Yahalomi</dc:creator>
  <cp:lastModifiedBy>Daniel Yahalomi</cp:lastModifiedBy>
  <cp:revision>19</cp:revision>
  <dcterms:created xsi:type="dcterms:W3CDTF">2024-10-24T13:18:20Z</dcterms:created>
  <dcterms:modified xsi:type="dcterms:W3CDTF">2025-05-14T01:10:53Z</dcterms:modified>
</cp:coreProperties>
</file>